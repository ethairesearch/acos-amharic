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8"/>
    <p:sldId id="285" r:id="rId7"/>
    <p:sldId id="286" r:id="rId6"/>
    <p:sldId id="287" r:id="rId5"/>
    <p:sldId id="288" r:id="rId4"/>
    <p:sldId id="289" r:id="rId3"/>
    <p:sldId id="290" r:id="rId25"/>
    <p:sldId id="291" r:id="rId26"/>
    <p:sldId id="292" r:id="rId27"/>
    <p:sldId id="293" r:id="rId28"/>
    <p:sldId id="294" r:id="rId29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2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SDRN: Synchronous Double-Channel Recurrent Network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https://github.com/EthAIResearch/acos-amharic/blob/7e40773050395fcd5a9c0408ec0c3206a81550d4/src/stage_aope_sdrn/model.py</a:t>
            </a:r>
          </a:p>
          <a:p>
            <a:r>
              <a:t>https://github.com/EthAIResearch/acos-amharic/blob/7e40773050395fcd5a9c0408ec0c3206a81550d4/docs/stage_aope_sdrn_analysis.md</a:t>
            </a:r>
          </a:p>
          <a:p>
            <a:r>
              <a:t>Local working-tree file: 2020.acl-main.582.pdf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The Anatomy of Missed Opinions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https://github.com/EthAIResearch/acos-amharic/blob/7e40773050395fcd5a9c0408ec0c3206a81550d4/results/stage_aope_sdrn/afroxlmr_word_sdrn_run1/seen_unseen_diagnostic.json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The Aspect-Opinion Pair Extraction (AOPE) Task</a:t>
            </a:r>
          </a:p>
          <a:p/>
          <a:p/>
          <a:p/>
          <a:p>
            <a:r>
              <a:t>Sources:</a:t>
            </a:r>
          </a:p>
          <a:p>
            <a:r>
              <a:t>Local working-tree file: 2020.acl-main.582.pdf</a:t>
            </a:r>
          </a:p>
          <a:p>
            <a:r>
              <a:t>https://github.com/EthAIResearch/acos-amharic/blob/7e40773050395fcd5a9c0408ec0c3206a81550d4/src/stage_aope_sdrn/model.py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Dual-Channel Recurrent Interaction with ESM &amp; RSM Loops</a:t>
            </a:r>
          </a:p>
          <a:p/>
          <a:p/>
          <a:p/>
          <a:p>
            <a:r>
              <a:t>Sources:</a:t>
            </a:r>
          </a:p>
          <a:p>
            <a:r>
              <a:t>Local working-tree file: docs/figures/sdrn_architecture_flow.png</a:t>
            </a:r>
          </a:p>
          <a:p>
            <a:r>
              <a:t>Local working-tree file: 2020.acl-main.582.pdf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Contextual Sequence Representation &amp; Subword Pooling</a:t>
            </a:r>
          </a:p>
          <a:p/>
          <a:p/>
          <a:p/>
          <a:p>
            <a:r>
              <a:t>Sources:</a:t>
            </a:r>
          </a:p>
          <a:p>
            <a:r>
              <a:t>Local working-tree file: docs/figures/eq_sdrn_encoder.png</a:t>
            </a:r>
          </a:p>
          <a:p>
            <a:r>
              <a:t>https://github.com/EthAIResearch/acos-amharic/blob/7e40773050395fcd5a9c0408ec0c3206a81550d4/src/stage_aope_sdrn/model.py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5-Way BIO Sequence Tagging Formulation</a:t>
            </a:r>
          </a:p>
          <a:p/>
          <a:p/>
          <a:p/>
          <a:p>
            <a:r>
              <a:t>Sources:</a:t>
            </a:r>
          </a:p>
          <a:p>
            <a:r>
              <a:t>Local working-tree file: docs/figures/eq_sdrn_entity_channel.png</a:t>
            </a:r>
          </a:p>
          <a:p>
            <a:r>
              <a:t>https://github.com/EthAIResearch/acos-amharic/blob/7e40773050395fcd5a9c0408ec0c3206a81550d4/src/stage_aope_sdrn/crf.py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N × N Token-Pair Correlation Matrix Formulation</a:t>
            </a:r>
          </a:p>
          <a:p/>
          <a:p/>
          <a:p/>
          <a:p>
            <a:r>
              <a:t>Sources:</a:t>
            </a:r>
          </a:p>
          <a:p>
            <a:r>
              <a:t>Local working-tree file: docs/figures/eq_sdrn_relation_channel.png</a:t>
            </a:r>
          </a:p>
          <a:p>
            <a:r>
              <a:t>https://github.com/EthAIResearch/acos-amharic/blob/7e40773050395fcd5a9c0408ec0c3206a81550d4/src/stage_aope_sdrn/model.py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Entity-to-Relation (ESM) &amp; Relation-to-Entity (RSM) Feedback</a:t>
            </a:r>
          </a:p>
          <a:p/>
          <a:p/>
          <a:p/>
          <a:p>
            <a:r>
              <a:t>Sources:</a:t>
            </a:r>
          </a:p>
          <a:p>
            <a:r>
              <a:t>Local working-tree file: docs/figures/eq_sdrn_esm_rsm.png</a:t>
            </a:r>
          </a:p>
          <a:p>
            <a:r>
              <a:t>Local working-tree file: 2020.acl-main.582.pdf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The Synchronous Recurrent Execution Schedule</a:t>
            </a:r>
          </a:p>
          <a:p/>
          <a:p/>
          <a:p/>
          <a:p>
            <a:r>
              <a:t>Sources:</a:t>
            </a:r>
          </a:p>
          <a:p>
            <a:r>
              <a:t>Local working-tree file: 2020.acl-main.582.pdf</a:t>
            </a:r>
          </a:p>
          <a:p>
            <a:r>
              <a:t>https://github.com/EthAIResearch/acos-amharic/blob/7e40773050395fcd5a9c0408ec0c3206a81550d4/src/stage_aope_sdrn/model.py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Linear-Chain CRF Score &amp; Multi-Task Objective</a:t>
            </a:r>
          </a:p>
          <a:p/>
          <a:p/>
          <a:p/>
          <a:p>
            <a:r>
              <a:t>Sources:</a:t>
            </a:r>
          </a:p>
          <a:p>
            <a:r>
              <a:t>Local working-tree file: docs/figures/eq_sdrn_crf_loss.png</a:t>
            </a:r>
          </a:p>
          <a:p>
            <a:r>
              <a:t>https://github.com/EthAIResearch/acos-amharic/blob/7e40773050395fcd5a9c0408ec0c3206a81550d4/src/stage_aope_sdrn/crf.py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Why Everything Is Used &amp; How It Helps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https://github.com/EthAIResearch/acos-amharic/blob/7e40773050395fcd5a9c0408ec0c3206a81550d4/src/stage_aope_sdrn/model.py</a:t>
            </a:r>
          </a:p>
          <a:p>
            <a:r>
              <a:t>https://github.com/EthAIResearch/acos-amharic/blob/7e40773050395fcd5a9c0408ec0c3206a81550d4/docs/stage_aope_sdrn_analysis.md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Subword Projection &amp; FP16 Stabilization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https://github.com/EthAIResearch/acos-amharic/blob/7e40773050395fcd5a9c0408ec0c3206a81550d4/src/stage_aope_sdrn/model.py</a:t>
            </a:r>
          </a:p>
          <a:p>
            <a:r>
              <a:t>https://github.com/EthAIResearch/acos-amharic/pull/66</a:t>
            </a:r>
          </a:p>
          <a:p>
            <a:r>
              <a:t>https://github.com/EthAIResearch/acos-amharic/pull/67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SDRN Ablation History Across 5 Recorded Runs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https://github.com/EthAIResearch/acos-amharic/tree/7e40773050395fcd5a9c0408ec0c3206a81550d4/results/stage_aope_sdrn/</a:t>
            </a:r>
          </a:p>
          <a:p>
            <a:r>
              <a:t>https://github.com/EthAIResearch/acos-amharic/pull/70</a:t>
            </a:r>
          </a:p>
          <a:p>
            <a:r>
              <a:t>https://github.com/EthAIResearch/acos-amharic/pull/78</a:t>
            </a:r>
          </a:p>
          <a:p>
            <a:r>
              <a:t>https://github.com/EthAIResearch/acos-amharic/pull/80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AfroXLMR CRF Run 1: Detailed Breakdown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https://github.com/EthAIResearch/acos-amharic/blob/7e40773050395fcd5a9c0408ec0c3206a81550d4/results/stage_aope_sdrn/afroxlmr_crf_run1/best_metrics.json</a:t>
            </a:r>
          </a:p>
          <a:p>
            <a:r>
              <a:t>https://github.com/EthAIResearch/acos-amharic/pull/70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Asymmetric Class Weighting &amp; Multi-Class Dice Loss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https://github.com/EthAIResearch/acos-amharic/blob/7e40773050395fcd5a9c0408ec0c3206a81550d4/results/stage_aope_sdrn/afroxlmr_crf_run2/best_metrics.json</a:t>
            </a:r>
          </a:p>
          <a:p>
            <a:r>
              <a:t>https://github.com/EthAIResearch/acos-amharic/blob/7e40773050395fcd5a9c0408ec0c3206a81550d4/results/stage_aope_sdrn/afroxlmr_crf_run3/best_metrics.json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Subword Mean-Pooling to Eliminate Fragmentation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https://github.com/EthAIResearch/acos-amharic/blob/7e40773050395fcd5a9c0408ec0c3206a81550d4/src/stage_aope_sdrn/model.py</a:t>
            </a:r>
          </a:p>
          <a:p>
            <a:r>
              <a:t>https://github.com/EthAIResearch/acos-amharic/blob/7e40773050395fcd5a9c0408ec0c3206a81550d4/results/stage_aope_sdrn/afroxlmr_word_sdrn_run1/best_metrics.json</a:t>
            </a:r>
          </a:p>
          <a:p>
            <a:r>
              <a:t>https://github.com/EthAIResearch/acos-amharic/pull/75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Seen vs. Unseen Vocabulary Diagnostic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https://github.com/EthAIResearch/acos-amharic/blob/7e40773050395fcd5a9c0408ec0c3206a81550d4/results/stage_aope_sdrn/afroxlmr_word_sdrn_run1/seen_unseen_diagnostic.json</a:t>
            </a:r>
          </a:p>
          <a:p>
            <a:r>
              <a:t>https://github.com/EthAIResearch/acos-amharic/issues/76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Bibliography &amp; References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https://github.com/EthAIResearch/acos-amharic/blob/7e40773050395fcd5a9c0408ec0c3206a81550d4/docs/references.md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Boundary Misalignment Patterns (`analyze_span_errors.py`)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https://github.com/EthAIResearch/acos-amharic/blob/7e40773050395fcd5a9c0408ec0c3206a81550d4/src/stage_aope_sdrn/analyze_span_errors.py</a:t>
            </a:r>
          </a:p>
          <a:p>
            <a:r>
              <a:t>https://github.com/EthAIResearch/acos-amharic/pull/68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Pair Coverage Asymmetry (Aspect vs. Opinion)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https://github.com/EthAIResearch/acos-amharic/blob/7e40773050395fcd5a9c0408ec0c3206a81550d4/src/stage_aope_sdrn/analyze_span_errors.py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The Token-Level Reachability Ceiling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https://github.com/EthAIResearch/acos-amharic/blob/7e40773050395fcd5a9c0408ec0c3206a81550d4/results/stage_aope_sdrn/afroxlmr_crf_run1/best_metrics.json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Lessons Learned from the SDRN Architecture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https://github.com/EthAIResearch/acos-amharic/blob/7e40773050395fcd5a9c0408ec0c3206a81550d4/docs/stage_aope_sdrn_analysis.md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The Bridge from SDRN to Span-ASTE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https://github.com/EthAIResearch/acos-amharic/blob/7e40773050395fcd5a9c0408ec0c3206a81550d4/docs/stage_aope_sdrn_analysis.md</a:t>
            </a:r>
          </a:p>
          <a:p>
            <a:r>
              <a:t>https://github.com/EthAIResearch/acos-amharic/blob/7e40773050395fcd5a9c0408ec0c3206a81550d4/src/stage_span_aste/model.py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2377440"/>
          </a:xfrm>
          <a:prstGeom prst="rect">
            <a:avLst/>
          </a:prstGeom>
          <a:solidFill>
            <a:srgbClr val="0E4A70">
              <a:alpha val="7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F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ACOS QUADRUPLE EXTRACTION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344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Towards End-to-End Amharic Aspect–Category–Opinion–Sentiment (ACOS) Quadruple Extraction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6-Stage Extractive Pipelines to Byte-Level Generative Foundation Models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4754880" cy="0"/>
          </a:xfrm>
          <a:prstGeom prst="line">
            <a:avLst/>
          </a:prstGeom>
          <a:noFill/>
          <a:ln w="31750">
            <a:solidFill>
              <a:srgbClr val="D97D3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402336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  </a:t>
            </a:r>
            <a:pPr indent="0" marL="0">
              <a:buNone/>
            </a:pPr>
            <a:r>
              <a:rPr lang="en-US" sz="13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Azariyas Mekonen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425696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Domain   </a:t>
            </a:r>
            <a:pPr indent="0" marL="0">
              <a:buNone/>
            </a:pPr>
            <a:r>
              <a:rPr lang="en-US" sz="13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Civic &amp; Governance Commentary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828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 </a:t>
            </a:r>
            <a:pPr indent="0" marL="0">
              <a:buNone/>
            </a:pPr>
            <a:r>
              <a:rPr lang="en-US" sz="13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SDRN: Synchronous Double-Channel Recurrent Network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23036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 </a:t>
            </a:r>
            <a:pPr indent="0" marL="0">
              <a:buNone/>
            </a:pPr>
            <a:r>
              <a:rPr lang="en-US" sz="13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github.com/EthAIResearch/acos-amharic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  ·  Technical Report</a:t>
            </a:r>
            <a:endParaRPr lang="en-US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A6CADB"/>
                </a:solidFill>
                <a:latin typeface="Calibri"/>
              </a:defRPr>
            </a:pPr>
            <a:r>
              <a:t>PHASE 2 DEEP-DIVE | Theory, Mathematics &amp; Algorithmic Mechanics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EAF2F6"/>
                </a:solidFill>
                <a:latin typeface="Calibri"/>
              </a:defRPr>
            </a:pPr>
            <a:r>
              <a:t>Joint Aspect-Opinion Pair Extraction (AOPE) in Amharic Civic Commentary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11155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Xu, L., Chia, Y. K., &amp; Bing, L. (2021). Learning Span-Level Interactions for Aspect Sentiment Triplet Extraction. Proceedings of ACL-IJCNLP 2021.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Chen, S., Wang, Y., Liu, J., &amp; Wang, Y. (2020). Synchronous Double-Channel Recurrent Network for Aspect-Opinion Pair Extraction. Proceedings of ACL 2020.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Cai, H., Xia, R., &amp; Yu, J. (2021). Aspect-Category-Opinion-Sentiment Quadruple Extraction with Implicit Aspects and Opinions. Proceedings of ACL-IJCNLP 2021.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Dozat, T., &amp; Manning, C. D. (2017). Deep Biaffine Attention for Neural Dependency Parsing. International Conference on Learning Representations (ICLR).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Lin, T.-Y., Goyal, P., Girshick, R., He, K., &amp; Dollár, P. (2017). Focal Loss for Dense Object Detection. Proceedings of ICCV 2017.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Xue, L., Barua, A., Constant, N., Al-Rfou, R., Narang, S., Kale, M., Roberts, A., &amp; Raffel, C. (2022). ByT5: Towards a Token-Free Future with Pre-trained Byte-to-Byte Models. Transactions of the ACL (TACL), 10.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Raffel, C., Shazeer, N., Roberts, A., Lee, K., Narang, S., Matena, M., Zhou, Y., Li, W., &amp; Liu, P. J. (2020). Exploring the Limits of Transfer Learning with a Unified Text-to-Text Transformer. Journal of Machine Learning Research (JMLR), 21.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Shazeer, N., &amp; Stern, M. (2018). Adafactor: Adaptive Learning Rates with Sublinear Memory Cost. Proceedings of ICML 2018.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Conneau, A., Khandelwal, K., Goyal, N., Chaudhary, V., Wenzek, G., Guzmán, F., Grave, E., Ott, M., Zettlemoyer, L., &amp; Stoyanov, V. (2020). Unsupervised Cross-lingual Representation Learning at Scale (XLM-R). Proceedings of ACL 2020.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Alabi, J. O., Adelani, D. I., Mosbach, M., &amp; Klakow, D. (2022). Adapting Pre-trained Language Models to African Languages via Multilingual Adaptive Fine-Tuning (AfroXLM-R). Proceedings of COLING 2022.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Mekonen, A. (2026). acos-amharic: End-to-End Amharic ACOS Quadruple Extraction [Source code repository]. github.com/EthAIResearch/acos-amharic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rasyosef/roberta-base-amharic and Davlan/afro-xlmr-base model cards. Hugging Face Model Hub.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658600" y="6528816"/>
            <a:ext cx="4572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1. 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The Aspect-Opinion Pair Extraction (AOPE)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Formulation of the joint pair extraction problem and why pipelining fails.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2020.acl-main.582.pdf | src/stage_aope_sdrn/model.py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Task Definition &amp;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Input: Amharic sentence composed of N lexical words or tokens.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Target Output: Set of explicit aspect-opinion pairs (Aspect, Opinion).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Aspect span: Target governance entity, service, or policy mentioned in text.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Opinion span: Evaluative predicate or sentiment expression targeting the aspect.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Example: [ የከተማው አስተዳደር (Aspect) | ጥሩ ስራ ሰርቷል (Opinion) ].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Coupled semantics: An opinion is only meaningful relative to its aspect target.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Why Pipelining Fails (The 14% Collapse)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Stage 1 (Span Extraction): Detects aspects and opinions in isolated passes.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Stage 2 (Heuristic Pairing): Applies nearest-token word distance rules.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Failure: Nearest-distance achieves 99.3% F1 ONLY on perfect gold spans.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Against noisy Stage 1 spans, Stage 2 has zero recovery mechanism.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Upstream false negatives and boundary shifts cascade irreversibly.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End-to-end full quadruple F1 collapses to approximately 14.2%.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AOPE requires joint modeling: an opinion cannot be reliably extracted without simultaneously identifying its aspect target.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2. ARCHITECTURE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Dual-Channel Recurrent Interaction with ESM &amp; RSM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Complete architecture diagram illustrating synchronous feedback between Entity and Relation channels.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docs/figures/sdrn_architecture_flow.png | 2020.acl-main.582.pdf</a:t>
            </a:r>
          </a:p>
        </p:txBody>
      </p:sp>
      <p:pic>
        <p:nvPicPr>
          <p:cNvPr id="7" name="Picture 6" descr="sdrn_architecture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91640"/>
            <a:ext cx="10972800" cy="3794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Non-synchronized models fail; only bidirectional synchronization between entity and relation channels outperforms pipelines.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3. ENCODER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Contextual Sequence Representation &amp; Subword Pooling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Mathematical formulation of the contextual text encoder layer.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docs/figures/eq_sdrn_encoder.png | src/stage_aope_sdrn/model.py</a:t>
            </a:r>
          </a:p>
        </p:txBody>
      </p:sp>
      <p:pic>
        <p:nvPicPr>
          <p:cNvPr id="7" name="Picture 6" descr="eq_sdrn_enco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10515600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Contextual encoding establishes continuous 768-dimensional semantic vectors for both downstream recurrent channels.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4. ENTITY CHANNEL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5-Way BIO Sequence Tagging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Mathematical formulation of the Entity Channel's hidden states and emission scores.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docs/figures/eq_sdrn_entity_channel.png | src/stage_aope_sdrn/crf.py</a:t>
            </a:r>
          </a:p>
        </p:txBody>
      </p:sp>
      <p:pic>
        <p:nvPicPr>
          <p:cNvPr id="7" name="Picture 6" descr="eq_sdrn_entity_cha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10515600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The entity channel models sequential boundary tags while continuously accepting relational feedback from the relation channel.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5. RELATION CHANNEL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N × N Token-Pair Correlation Matrix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Mathematical formulation of pairwise token affinity representations.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docs/figures/eq_sdrn_relation_channel.png | src/stage_aope_sdrn/model.py</a:t>
            </a:r>
          </a:p>
        </p:txBody>
      </p:sp>
      <p:pic>
        <p:nvPicPr>
          <p:cNvPr id="7" name="Picture 6" descr="eq_sdrn_relation_cha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10515600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The relation channel explicitly scores whether token pairs are semantically connected, bypassing linear word distance.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6. SYNCHRONIZATION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Entity-to-Relation (ESM) &amp; Relation-to-Entity (RSM)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Mathematical formulas governing bidirectional cross-channel feedback loops.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docs/figures/eq_sdrn_esm_rsm.png | 2020.acl-main.582.pdf</a:t>
            </a:r>
          </a:p>
        </p:txBody>
      </p:sp>
      <p:pic>
        <p:nvPicPr>
          <p:cNvPr id="7" name="Picture 6" descr="eq_sdrn_esm_r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10515600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ESM filters spurious non-entity relations, while RSM pulls aspect evidence into ambiguous opinion predicates.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7. RECURRENCE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The Synchronous Recurrent Execution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Algorithmic execution trace across recurrent iterations t = 1, ..., 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2020.acl-main.582.pdf | src/stage_aope_sdrn/model.py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2377440"/>
                <a:gridCol w="2286000"/>
                <a:gridCol w="3108960"/>
              </a:tblGrid>
              <a:tr h="4206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 / Tensor Operation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 Representations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 Representations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Theoretical Purpose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1. Init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Context Projection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AfroXLMR Token Embeddings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Baseline States H(0) and R(0)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Initialize baseline contextual representations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2. ESM (t)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Entity Outer Product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Entity Probability Distribution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ESM Bias Tensor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Generate entity-guided relational constraints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3. Rel Update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Relation Recurrent Cell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Prior Relation State + ESM Bias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Updated Pair Matrix R(t)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Refine token-pair correlation representations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4. RSM (t)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Relational Attention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Pair Matrix R(t) &amp; Entity State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RSM Feedback Vector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Aggregate relational context for each token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5. Ent Update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Entity BiLSTM Layer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Prior Entity State + RSM Feedback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Updated Entity State H_e(t)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Refine token sequence boundary representations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6. Final (T)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CRF &amp; Threshold Decode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Final States H_e(T) and R(T)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Decoded Pairs Set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Jointly emit constrained spans and accepted pairs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Iterating ESM and RSM over T=2 steps allows entity and relation representations to iteratively calibrate each other.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8. STRUCTURED LOSS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Linear-Chain CRF Score &amp; Multi-Task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Global sequence scoring and supervision timing formulation.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docs/figures/eq_sdrn_crf_loss.png | src/stage_aope_sdrn/crf.py</a:t>
            </a:r>
          </a:p>
        </p:txBody>
      </p:sp>
      <p:pic>
        <p:nvPicPr>
          <p:cNvPr id="7" name="Picture 6" descr="eq_sdrn_crf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10515600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Supervising only at step T allows intermediate representations to synchronize freely without premature loss penalties.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9. RATIONALE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Why Everything Is Used &amp; How It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Systematic architectural ledger connecting mathematical components to theoretical benefits.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src/stage_aope_sdrn/model.py | docs/stage_aope_sdrn_analysis.md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68880"/>
                <a:gridCol w="3108960"/>
                <a:gridCol w="3474720"/>
              </a:tblGrid>
              <a:tr h="4023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 / Layer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Mathematical Formulation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Is Used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It Helps the Model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AfroXLMR Context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Contextual Sequence Encoder (768-d)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Pretrained Amharic contextualization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Captures long-distance syntactic dependencies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5-Way Entity BiLSTM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Recurrent State with RSM Feedback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Sequential token boundary state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Models left-to-right &amp; right-to-left word context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N × N Relation Matrix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Pair Feature Vector (4d Concat)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Direct token pair modeling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Bypasses word distance; connects separated pairs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ESM Outer Product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Outer Product of Tag Distributions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Injects entity class into relation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Suppresses false relations involving background words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RSM Attention Feedback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Relational Attention Weighted Sum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Injects relation affinity into entity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Rescues ambiguous opinion verbs targeting aspects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Linear-Chain CRF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Global Viterbi Sequence Scoring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Globally normalized sequence decoding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Prevents broken BIO sequences (e.g. O -&gt; I-ASP)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T-Step Supervision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Loss Penalized Exclusively at t = T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Unconstrained intermediate recurrence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Prevents premature convergence on initial noisy states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Every mathematical module in SDRN directly addresses a failure mode of independent cascaded extraction.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10. AMHARIC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Subword Projection &amp; FP16 Stabilization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Engineering solutions implemented to make SDRN train reliably on Amharic 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src/stage_aope_sdrn/model.py | GitHub #66 | GitHub #67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651760"/>
                <a:gridCol w="3474720"/>
                <a:gridCol w="265176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Engineering Solution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Implementation Details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 on Amharic ABSA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Subword Fragmentation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Entity-first subword decoding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decode_subword_predictions_5way()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Rescues prefix B-tags (PR #68)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FP16 NaN Overflow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Attention scaling clamp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Clamp relation logits before exp()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Eliminated training crashes (PR #66)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Scale Mismatch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Uniform decode bio_weights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Scaled Viterbi emissions identically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Matched train &amp; eval objectives (PR #67)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Memory Exhaustion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Gradient checkpointing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AfroXLMR checkpointing enabled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Batch size 8 fit comfortably in VRAM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Subword fragmentation in AfroXLMR was a major root cause of broken spans; entity-first decoding rescued suppressed root tokens.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11. EMPIRICAL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SDRN Ablation History Across 5 Recorded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Systematic evolution of SDRN configurations evaluated on the held-out test benchmark.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results/stage_aope_sdrn/ | GitHub #70 | GitHub #78 | GitHub #80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828800"/>
                <a:gridCol w="2011680"/>
                <a:gridCol w="2011680"/>
                <a:gridCol w="1828800"/>
              </a:tblGrid>
              <a:tr h="4754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Variant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 F1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Opinion Recall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Pair Reachability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Pair F1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AfroXLMR Baseline (Dual BIO)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58.42%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48.32%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35.88%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32.75%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Exact SDRN + 5-Way CRF (Run 1)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60.41%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44.69%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33.04%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34.16%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Asymmetric BIO Weights (Run 2)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59.76%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46.90%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33.51%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33.93%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+ Multi-Class Dice Loss (Run 3)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59.78%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44.66%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33.01%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32.88%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Word-Level SDRN + Pooling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59.96%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44.76%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32.16%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34.07%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CRF Run 1 reached the project peak Aspect F1 (60.41%) and Pair F1 (34.16% @ delta=0.20). Dice loss and asymmetric weights did not surpass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12. RUN 1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AfroXLMR CRF Run 1: Detailed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The highest-scoring SDRN model in the repository (tested at optimal threshold delta=0.20).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results/stage_aope_sdrn/afroxlmr_crf_run1/best_metrics.json | GitHub #70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1828800"/>
                <a:gridCol w="2011680"/>
              </a:tblGrid>
              <a:tr h="53035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Task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Score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 Positives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Aspect Span Extraction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60.60%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60.21%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60.41%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1,766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 Span Extraction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48.67%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44.69%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46.60%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1,318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Joint AOPE Pairs (delta=0.20)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35.88%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32.60%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34.16%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966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Candidate Reachability Ceiling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33.04%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979 / 2,963 pairs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Aspect F1 reached 60.41%—the highest token-level aspect score across the entire repository. But opinion recall remained low (44.69%).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13. LOSS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Asymmetric Class Weighting &amp; Multi-Class Dice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Efforts to alleviate opinion recall suppression through loss modifications.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results/stage_aope_sdrn/afroxlmr_crf_run2/best_metrics.json | results/stage_aope_sdrn/afroxlmr_crf_run3/best_metrics.json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Run 2: Asymmetric BIO Weights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Hypothesis: Opinions are rarer and more lexically diverse than aspects.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Class weights: Background O at 1.0, Aspects at 1.5, Opinions upweighted to 2.5.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Opinion recall increased slightly to 45.69% (+1.0 percentage point).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Pair F1 dropped to 32.61% (-1.55 points) due to spurious false positive pairs.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Weighting BIO tags shifts precision/recall without expanding underlying span coverage.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Run 3: Multi-Class Dice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Hypothesis: Dice loss optimizes harmonic overlap for extreme foreground imbalance.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Formulation penalizes intersection-over-union directly across token label masks.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Evaluated with auxiliary dice weight 0.5 alongside standard cross-entropy.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Result: Pair F1 dropped to 30.82%, opinion recall dropped to 44.17%.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Dice gradients destabilized token sequence optimization during training.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Loss reweighting shifted the operating point but failed to resolve the core problem: BIO boundary fragmentation.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14. WORD-LEVEL SDRN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Subword Mean-Pooling to Eliminate Fragmentation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Moving sequence decisions from tokenizer subwords to authentic morphological words.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src/stage_aope_sdrn/model.py | results/stage_aope_sdrn/afroxlmr_word_sdrn_run1/best_metrics.json | GitHub #75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Architecture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AfroXLMR encoder outputs subword hidden states for all constituent pieces.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Constructed a subword-to-word alignment projection matrix.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Applied masked mean pooling across subwords belonging to each lexical word.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All subsequent SDRN layers (BiLSTM, ESM, RSM, CRF) operate on whole words.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Completely eliminates internal subword token boundary artifacts.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Empirical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Aspect F1: 60.20% | Opinion F1: 46.12% | Pair F1: 32.55%.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Results were virtually identical to the subword model (60.41% / 46.60% / 34.16%).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Crucial Discovery: Pooling to whole words did NOT resolve opinion misses.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The remaining error was semantic and lexical, not tokenizer subword splits!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Proved that the token-level BIO paradigm itself was the fundamental bottleneck.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Word-level SDRN proved that errors were not simply tokenizer artifacts; linguistic and phrase-level generalization was the true barrier.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15. ROOT CAUSE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Seen vs. Unseen Vocabulary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Evaluating model recall across exact phrases, token overlaps, and character trigrams.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results/stage_aope_sdrn/afroxlmr_word_sdrn_run1/seen_unseen_diagnostic.json | GitHub #76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920240"/>
                <a:gridCol w="192024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Vocabulary Granularity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 Train (Seen)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Seen Recall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Unseen in Train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Unseen Recall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Opinion: Exact full phrase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1,014 (34.0%)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59.17% (600)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1,969 (66.0%)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37.63% (741)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Opinion: Token overlap (&gt;= 1)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2,169 (72.7%)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45.78% (993)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814 (27.3%)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42.75% (348)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Opinion: Trigram overlap (&gt;= 50%)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1,450 (48.6%)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54.41% (789)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1,533 (51.4%)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36.01% (552)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Opinion: Multi-word phrase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213 (15.2%)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62.44% (133)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1,184 (84.8%)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31.93% (378)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Aspect: Exact full phrase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1,910 (64.0%)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66.65% (1,273)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1,073 (36.0%)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43.80% (470)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Aspect: Token overlap (&gt;= 1)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2,550 (85.5%)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59.73% (1,523)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433 (14.5%)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50.81% (220)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Aspect: Trigram overlap (&gt;= 50%)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2,326 (78.0%)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63.67% (1,481)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657 (22.0%)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39.88% (262)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72.7% of test opinions share &gt;= 1 token with train, but exact boundary recall collapses on multi-word unseen opinions (31.93%).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16. DIAGNOSTIC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The Anatomy of Missed Opinions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Why individual token recognition does not guarantee multi-word span extraction.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results/stage_aope_sdrn/afroxlmr_word_sdrn_run1/seen_unseen_diagnostic.json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The Lexical Recombination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66.0% of test opinions are exact-unseen in training data.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However, only 27.3% (814 spans) are truly novel at the individual token level.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Most unseen opinions are morphological variants or recombinations.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Yet when multi-word opinions are unseen, recall drops to 31.93%.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806 missed unseen multi-word opinions account for 49.1% of all missed opinions.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Why Token BIO Fails on Amharic Phrases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Models easily tag common evaluative tokens (ጥሩ, መጥፎ).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Multi-word civic expressions (e.g. 'ስራ አቁሙ', 'ማስወጣት አለበት') lose continuity.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The tagger predicts B-OPN on the head verb but drops continuation I-OPN.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Token-level BIO cannot evaluate the phrase as an atomic semantic unit.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Unseen multi-word opinions are the single largest source of extraction failure in token-level BIO architectures.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17. 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Boundary Misalignment Patterns (`analyze_span_errors.py`)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Categorization of how predicted spans diverge from gold multi-word boundaries.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src/stage_aope_sdrn/analyze_span_errors.py | GitHub #68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474720"/>
                <a:gridCol w="2468880"/>
                <a:gridCol w="2468880"/>
              </a:tblGrid>
              <a:tr h="4754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Error Category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Definition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Prevalence in Multi-Word Opinions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 on Pair Extraction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Exact match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Predicted span matches gold boundaries exactly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36.58%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True positive pair candidate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Start matched, cut short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Matches start, but misses continuation tokens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38.42%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Invalidated; pair F1 score = 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Start matched, overshot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Matches start, but over-extends past gold end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11.20%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Invalidated; spurious boundary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Partial overlap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Overlaps gold tokens but neither boundary matches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8.90%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Zero credit under exact match F1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Completely missed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Zero overlapping tokens tagged as opinion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4.90%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Complete false negative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Over 49% of predicted opinions contain the exact correct start token but fail exact-match evaluation due to boundary clipping.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18. ERROR PROPAGATION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Pair Coverage Asymmetry (Aspect vs. Opinion)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Measuring conditional failure: what happens to the pair when one span is extracted?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src/stage_aope_sdrn/analyze_span_errors.py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Empirical Pair Breakdown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Total Ground-Truth Pairs: 2,963 explicit pairs in test split.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Both Found (Candidate Ceiling): 979 pairs (33.04%).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Aspect Found, Opinion MISSED: 1,234 pairs (41.65%).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Opinion Found, Aspect MISSED: 312 pairs (10.53%).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Neither Found: 438 pairs (14.78%).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Conditional Attribution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Conditional failure: When the model extracts the Aspect, it misses the Opinion 55.76% of the time!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Attribution of lost pairs: 62.2% of unformed pairs failed solely due to the missing Opinion.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Aspects (nouns/entities) are vastly easier to extract than Opinions (diverse predicates).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The opinion channel is the absolute bottleneck of the system.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Pair formation failure is heavily asymmetric: over 62% of missed pairs failed solely because the opinion was dropped.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19. ARCHITECTURAL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The Token-Level Reachability Ceiling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Why SDRN could never achieve high pair recall regardless of relation classification accuracy.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results/stage_aope_sdrn/afroxlmr_crf_run1/best_metrics.json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The Two-Stage Metric Hierarchy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1. Candidate Ceiling Recall: Proportion of gold pairs where BOTH spans were extracted.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SDRN Ceiling: 979 / 2,963 = 33.04%.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2. Candidate Conversion Efficiency: Accepted pairs / reachable pairs.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SDRN Conversion: 966 / 979 = 98.67%!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The relation classifier is near-perfect on the spans it actually sees!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The Inevitable 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SDRN's low pair recall (32.6%) is NOT a relation modeling problem.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The relation classifier accepts 98.67% of reachable pairs.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The ceiling was locked at 33.04% by token BIO boundary errors.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To reach higher pair recall, we must replace token-level BIO tagging entirely.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SDRN achieved 98.67% conversion efficiency on reachable pairs; the entire performance ceiling was dictated by token-level BIO span misses.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20.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Lessons Learned from the SDRN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What worked, what failed, and the direct engineering decisions it motivated.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docs/stage_aope_sdrn_analysis.md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3474720"/>
                <a:gridCol w="3291840"/>
              </a:tblGrid>
              <a:tr h="4754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Architectural Feature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Empirical Verdict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behaved this way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Next Architectural Step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Joint Recurrent Sync (ESM/RSM)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Effective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Eliminated cascaded 14% pipeline collapse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Retained relational modeling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Linear-Chain 5-Way CRF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Effective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Enforced grammatical tag transitions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Best token-level Aspect F1 (60.41%)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Asymmetric BIO Weights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Ineffective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Traded precision for recall without gain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Abandoned naive weighting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Multi-Class Dice Loss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Ineffective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Destabilized sequence optimization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Returned to cross-entropy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Word-Level Subword Pooling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Diagnostic Only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Proved errors were semantic/phrase-level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Motivated whole-span modeling (Span-ASTE)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SDRN proved joint modeling is essential, but token-level BIO tagging inherently bounds pair recall to ~33%.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21.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The Bridge from SDRN to Span-ASTE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Why token-level tagging was abandoned in favor of span candidate enumeration.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docs/stage_aope_sdrn_analysis.md | src/stage_span_aste/model.py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What SDRN Proved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1. Joint extraction solves error compounding (34% vs 14% pipeline F1).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2. CRF decoding yields state-of-the-art aspect extraction (60.41% F1).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3. Relation classification is highly accurate on candidate pairs (98.67% conversion).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4. Unseen multi-word opinions collapse under token-level sequence decoding.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The Shift to Span-ASTE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Problem: Token-level decisions make hard boundary commitments token-by-token.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Solution: Enumerate all contiguous candidate spans up to length 8.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Pool representations over entire spans rather than individual tokens.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Directly test: Can span enumeration bust the 33% candidate ceiling?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Result: Span-ASTE expanded reachability from 33% to 81.91%.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SDRN revealed that boundary errors—not relation classification—were the core bottleneck, directly paving the way for Span-ASTE.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2026-09-26T03:44:50Z</dcterms:created>
  <dcterms:modified xsi:type="dcterms:W3CDTF">2026-09-26T03:44:50Z</dcterms:modified>
</cp:coreProperties>
</file>