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8"/>
    <p:sldId id="285" r:id="rId7"/>
    <p:sldId id="286" r:id="rId6"/>
    <p:sldId id="287" r:id="rId5"/>
    <p:sldId id="288" r:id="rId4"/>
    <p:sldId id="289" r:id="rId3"/>
    <p:sldId id="290" r:id="rId25"/>
    <p:sldId id="291" r:id="rId26"/>
    <p:sldId id="292" r:id="rId27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2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Span-ASTE: Span-Level Interaction Learning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https://github.com/EthAIResearch/acos-amharic/blob/7e40773050395fcd5a9c0408ec0c3206a81550d4/src/stage_span_aste/model.py</a:t>
            </a:r>
          </a:p>
          <a:p>
            <a:r>
              <a:t>Local working-tree file: 2107.12214v1.pdf</a:t>
            </a:r>
          </a:p>
          <a:p>
            <a:r>
              <a:t>https://github.com/EthAIResearch/acos-amharic/tree/7e40773050395fcd5a9c0408ec0c3206a81550d4/results/stage_span_aste/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The Extractive Wall: Implicit Recall = 0.00%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https://github.com/EthAIResearch/acos-amharic/blob/7e40773050395fcd5a9c0408ec0c3206a81550d4/docs/stage_byt5_acos_analysis.md</a:t>
            </a:r>
          </a:p>
          <a:p>
            <a:r>
              <a:t>https://github.com/EthAIResearch/acos-amharic/blob/7e40773050395fcd5a9c0408ec0c3206a81550d4/data/README.md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From Pairs to Triplets: The ASTE Formulation</a:t>
            </a:r>
          </a:p>
          <a:p/>
          <a:p/>
          <a:p/>
          <a:p>
            <a:r>
              <a:t>Sources:</a:t>
            </a:r>
          </a:p>
          <a:p>
            <a:r>
              <a:t>Local working-tree file: 2107.12214v1.pdf</a:t>
            </a:r>
          </a:p>
          <a:p>
            <a:r>
              <a:t>https://github.com/EthAIResearch/acos-amharic/blob/7e40773050395fcd5a9c0408ec0c3206a81550d4/src/stage_span_aste/model.py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Span-ASTE End-to-End Pipeline Architecture</a:t>
            </a:r>
          </a:p>
          <a:p/>
          <a:p/>
          <a:p/>
          <a:p>
            <a:r>
              <a:t>Sources:</a:t>
            </a:r>
          </a:p>
          <a:p>
            <a:r>
              <a:t>Local working-tree file: docs/figures/span_aste_architecture_flow.png</a:t>
            </a:r>
          </a:p>
          <a:p>
            <a:r>
              <a:t>Local working-tree file: 2107.12214v1.pdf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Contiguous Span Enumeration Mechanics &amp; Quadratic Complexity</a:t>
            </a:r>
          </a:p>
          <a:p/>
          <a:p/>
          <a:p/>
          <a:p>
            <a:r>
              <a:t>Sources:</a:t>
            </a:r>
          </a:p>
          <a:p>
            <a:r>
              <a:t>Local working-tree file: docs/figures/eq_span_aste_enumeration.png</a:t>
            </a:r>
          </a:p>
          <a:p>
            <a:r>
              <a:t>https://github.com/EthAIResearch/acos-amharic/blob/7e40773050395fcd5a9c0408ec0c3206a81550d4/src/stage_span_aste/span_utils.py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Prefix-Sum Mean Pooling &amp; 2324-D Span Feature Vector</a:t>
            </a:r>
          </a:p>
          <a:p/>
          <a:p/>
          <a:p/>
          <a:p>
            <a:r>
              <a:t>Sources:</a:t>
            </a:r>
          </a:p>
          <a:p>
            <a:r>
              <a:t>Local working-tree file: docs/figures/eq_span_aste_prefix_rep.png</a:t>
            </a:r>
          </a:p>
          <a:p>
            <a:r>
              <a:t>https://github.com/EthAIResearch/acos-amharic/blob/7e40773050395fcd5a9c0408ec0c3206a81550d4/src/stage_span_aste/model.py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Dual MLP Scoring Heads &amp; Top-K Candidate Selection</a:t>
            </a:r>
          </a:p>
          <a:p/>
          <a:p/>
          <a:p/>
          <a:p>
            <a:r>
              <a:t>Sources:</a:t>
            </a:r>
          </a:p>
          <a:p>
            <a:r>
              <a:t>Local working-tree file: docs/figures/eq_span_aste_pruning.png</a:t>
            </a:r>
          </a:p>
          <a:p>
            <a:r>
              <a:t>https://github.com/EthAIResearch/acos-amharic/blob/7e40773050395fcd5a9c0408ec0c3206a81550d4/src/stage_span_aste/model.py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Deep Biaffine Tensor Scoring &amp; Cost-Sensitive Loss</a:t>
            </a:r>
          </a:p>
          <a:p/>
          <a:p/>
          <a:p/>
          <a:p>
            <a:r>
              <a:t>Sources:</a:t>
            </a:r>
          </a:p>
          <a:p>
            <a:r>
              <a:t>Local working-tree file: docs/figures/eq_span_aste_biaffine.png</a:t>
            </a:r>
          </a:p>
          <a:p>
            <a:r>
              <a:t>https://github.com/EthAIResearch/acos-amharic/blob/7e40773050395fcd5a9c0408ec0c3206a81550d4/src/stage_span_aste/model.py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Why Everything Is Used &amp; How It Helps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https://github.com/EthAIResearch/acos-amharic/blob/7e40773050395fcd5a9c0408ec0c3206a81550d4/src/stage_span_aste/model.py</a:t>
            </a:r>
          </a:p>
          <a:p>
            <a:r>
              <a:t>Local working-tree file: 2107.12214v1.pdf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Concatenation MLP Relation Classifier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https://github.com/EthAIResearch/acos-amharic/blob/7e40773050395fcd5a9c0408ec0c3206a81550d4/results/stage_span_aste/afroxlmr_run1/best_metrics.json</a:t>
            </a:r>
          </a:p>
          <a:p>
            <a:r>
              <a:t>https://github.com/EthAIResearch/acos-amharic/issues/84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Shattering the Reachability Ceiling (33% -&gt; 81%)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https://github.com/EthAIResearch/acos-amharic/blob/7e40773050395fcd5a9c0408ec0c3206a81550d4/results/stage_aope_sdrn/afroxlmr_crf_run1/best_metrics.json</a:t>
            </a:r>
          </a:p>
          <a:p>
            <a:r>
              <a:t>https://github.com/EthAIResearch/acos-amharic/blob/7e40773050395fcd5a9c0408ec0c3206a81550d4/results/stage_span_aste/afroxlmr_run1/best_metrics.json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Deep Biaffine Attention Performance Gains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https://github.com/EthAIResearch/acos-amharic/blob/7e40773050395fcd5a9c0408ec0c3206a81550d4/results/stage_span_aste/afroxlmr_biaffine_run2/best_metrics.json</a:t>
            </a:r>
          </a:p>
          <a:p>
            <a:r>
              <a:t>https://github.com/EthAIResearch/acos-amharic/pull/91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Prefix-Sum Pooling &amp; Cost-Sensitive Loss Impact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https://github.com/EthAIResearch/acos-amharic/blob/7e40773050395fcd5a9c0408ec0c3206a81550d4/results/stage_span_aste/afroxlmr_pooled_focal_run3/best_metrics.json</a:t>
            </a:r>
          </a:p>
          <a:p>
            <a:r>
              <a:t>https://github.com/EthAIResearch/acos-amharic/pull/97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Comprehensive Comparison Across Runs 1, 2, and 3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https://github.com/EthAIResearch/acos-amharic/tree/7e40773050395fcd5a9c0408ec0c3206a81550d4/results/stage_span_aste/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Dev-Selected Thresholds vs. Test Peaks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https://github.com/EthAIResearch/acos-amharic/blob/7e40773050395fcd5a9c0408ec0c3206a81550d4/results/stage_span_aste/afroxlmr_biaffine_run2/dev_threshold_sweep.json</a:t>
            </a:r>
          </a:p>
          <a:p>
            <a:r>
              <a:t>https://github.com/EthAIResearch/acos-amharic/blob/7e40773050395fcd5a9c0408ec0c3206a81550d4/results/stage_span_aste/afroxlmr_pooled_focal_run3/threshold_sweep.json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High Candidate Coverage, Low Conversion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https://github.com/EthAIResearch/acos-amharic/blob/7e40773050395fcd5a9c0408ec0c3206a81550d4/results/stage_span_aste/afroxlmr_pooled_focal_run3/best_metrics.json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Linguistic Challenges in Amharic Span Pairing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https://github.com/EthAIResearch/acos-amharic/blob/7e40773050395fcd5a9c0408ec0c3206a81550d4/data/prepared_explicit/test.jsonl</a:t>
            </a:r>
          </a:p>
          <a:p>
            <a:r>
              <a:t>https://github.com/EthAIResearch/acos-amharic/blob/7e40773050395fcd5a9c0408ec0c3206a81550d4/src/stage_span_aste/span_utils.py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Bibliography &amp; References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https://github.com/EthAIResearch/acos-amharic/blob/7e40773050395fcd5a9c0408ec0c3206a81550d4/docs/references.md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Span-ASTE Solves ASTE, Not Full ACOS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https://github.com/EthAIResearch/acos-amharic/blob/7e40773050395fcd5a9c0408ec0c3206a81550d4/data/prepared/label_space.json</a:t>
            </a:r>
          </a:p>
          <a:p>
            <a:r>
              <a:t>https://github.com/EthAIResearch/acos-amharic/blob/7e40773050395fcd5a9c0408ec0c3206a81550d4/src/stage_span_aste/model.py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What Worked, What Failed in Span-ASTE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https://github.com/EthAIResearch/acos-amharic/tree/7e40773050395fcd5a9c0408ec0c3206a81550d4/results/stage_span_aste/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 Presentation Deep-Dive</a:t>
            </a:r>
          </a:p>
          <a:p>
            <a:r>
              <a:t>The Bridge from Span-ASTE to Generative ByT5</a:t>
            </a:r>
          </a:p>
          <a:p/>
          <a:p/>
          <a:p/>
          <a:p>
            <a:r>
              <a:t>Sources:</a:t>
            </a:r>
          </a:p>
          <a:p>
            <a:r>
              <a:t>https://github.com/EthAIResearch/acos-amharic/blob/7e40773050395fcd5a9c0408ec0c3206a81550d4/docs/stage_byt5_acos_analysis.md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2377440"/>
          </a:xfrm>
          <a:prstGeom prst="rect">
            <a:avLst/>
          </a:prstGeom>
          <a:solidFill>
            <a:srgbClr val="0E4A70">
              <a:alpha val="7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ACOS QUADRUPLE EXTRACTION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Towards End-to-End Amharic Aspect–Category–Opinion–Sentiment (ACOS) Quadruple Extraction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6-Stage Extractive Pipelines to Byte-Level Generative Foundation Models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4754880" cy="0"/>
          </a:xfrm>
          <a:prstGeom prst="line">
            <a:avLst/>
          </a:prstGeom>
          <a:noFill/>
          <a:ln w="31750">
            <a:solidFill>
              <a:srgbClr val="D97D3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402336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Azariyas Mekonen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425696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Domain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Amharic Civic &amp; Governance Commentary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82803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Span-ASTE: Span-Level Interaction Learning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23036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indent="0" marL="0">
              <a:buNone/>
            </a:pPr>
            <a:r>
              <a:rPr lang="en-US" sz="13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github.com/EthAIResearch/acos-amharic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  ·  Technical Report</a:t>
            </a:r>
            <a:endParaRPr lang="en-US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A6CADB"/>
                </a:solidFill>
                <a:latin typeface="Calibri"/>
              </a:defRPr>
            </a:pPr>
            <a:r>
              <a:t>PHASES 3–5 DEEP-DIVE | Theory, Mathematics &amp; Algorithmic Mechanics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EAF2F6"/>
                </a:solidFill>
                <a:latin typeface="Calibri"/>
              </a:defRPr>
            </a:pPr>
            <a:r>
              <a:t>Aspect Sentiment Triplet Extraction (ASTE) for Amharic Civic Commentary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11155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Xu, L., Chia, Y. K., &amp; Bing, L. (2021). Learning Span-Level Interactions for Aspect Sentiment Triplet Extraction. Proceedings of ACL-IJCNLP 2021.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Chen, S., Wang, Y., Liu, J., &amp; Wang, Y. (2020). Synchronous Double-Channel Recurrent Network for Aspect-Opinion Pair Extraction. Proceedings of ACL 2020.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Cai, H., Xia, R., &amp; Yu, J. (2021). Aspect-Category-Opinion-Sentiment Quadruple Extraction with Implicit Aspects and Opinions. Proceedings of ACL-IJCNLP 2021.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Dozat, T., &amp; Manning, C. D. (2017). Deep Biaffine Attention for Neural Dependency Parsing. International Conference on Learning Representations (ICLR).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Lin, T.-Y., Goyal, P., Girshick, R., He, K., &amp; Dollár, P. (2017). Focal Loss for Dense Object Detection. Proceedings of ICCV 2017.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Xue, L., Barua, A., Constant, N., Al-Rfou, R., Narang, S., Kale, M., Roberts, A., &amp; Raffel, C. (2022). ByT5: Towards a Token-Free Future with Pre-trained Byte-to-Byte Models. Transactions of the ACL (TACL), 10.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Raffel, C., Shazeer, N., Roberts, A., Lee, K., Narang, S., Matena, M., Zhou, Y., Li, W., &amp; Liu, P. J. (2020). Exploring the Limits of Transfer Learning with a Unified Text-to-Text Transformer. Journal of Machine Learning Research (JMLR), 21.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Shazeer, N., &amp; Stern, M. (2018). Adafactor: Adaptive Learning Rates with Sublinear Memory Cost. Proceedings of ICML 2018.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Conneau, A., Khandelwal, K., Goyal, N., Chaudhary, V., Wenzek, G., Guzmán, F., Grave, E., Ott, M., Zettlemoyer, L., &amp; Stoyanov, V. (2020). Unsupervised Cross-lingual Representation Learning at Scale (XLM-R). Proceedings of ACL 2020.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Alabi, J. O., Adelani, D. I., Mosbach, M., &amp; Klakow, D. (2022). Adapting Pre-trained Language Models to African Languages via Multilingual Adaptive Fine-Tuning (AfroXLM-R). Proceedings of COLING 2022.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Mekonen, A. (2026). acos-amharic: End-to-End Amharic ACOS Quadruple Extraction [Source code repository]. github.com/EthAIResearch/acos-amharic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rasyosef/roberta-base-amharic and Davlan/afro-xlmr-base model cards. Hugging Face Model Hub.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658600" y="6528816"/>
            <a:ext cx="457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1. TASK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From Pairs to Triplets: The ASTE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Extracting (Aspect Span, Opinion Span, Sentiment Polarity) triplets in a unified span framework.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2107.12214v1.pdf | src/stage_span_aste/model.py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Task Definition &amp;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Input: Amharic sentence composed of N lexical words.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Target Output: Explicit triplet set of (Aspect, Opinion, Sentiment).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Aspect span: Target entity boundary with start and end word indices.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Opinion span: Evaluative expression boundary with start and end word indices.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Sentiment polarity: Positive, Negative, or Neutral orientation.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Evaluated on explicit spans present in the sentence.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Why ASTE Extends AOPE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AOPE extracts aspect-opinion pairs without knowing the sentiment polarity.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ASTE simultaneously resolves span pairing and sentiment polarity.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Eliminates the separate downstream sentiment classification head.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Models sentiment as an intrinsic directional property of the span interaction.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Unified multi-class relation classification: Invalid, Positive, Negative, Neutral.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Span-ASTE unifies mention extraction, span pairing, and sentiment classification into a single end-to-end framework.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2. ARCHITECTURE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Span-ASTE End-to-End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From word representations to candidate span enumeration, mention pruning, biaffine scoring, and triplet classification.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docs/figures/span_aste_architecture_flow.png | 2107.12214v1.pdf</a:t>
            </a:r>
          </a:p>
        </p:txBody>
      </p:sp>
      <p:pic>
        <p:nvPicPr>
          <p:cNvPr id="7" name="Picture 6" descr="span_aste_architectur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91640"/>
            <a:ext cx="10972800" cy="3794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Span-ASTE evaluates candidate spans as atomic units, decoupling span proposal from pairwise relation classification.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3. SPAN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Contiguous Span Enumeration Mechanics &amp; Quadratic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Generating exhaustive candidate span proposals up to maximum width L=8.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docs/figures/eq_span_aste_enumeration.png | src/stage_span_aste/span_utils.py</a:t>
            </a:r>
          </a:p>
        </p:txBody>
      </p:sp>
      <p:pic>
        <p:nvPicPr>
          <p:cNvPr id="7" name="Picture 6" descr="eq_span_aste_enume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1051560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Enumerating all spans up to length 8 guarantees candidate coverage while eliminating token-level BIO segmentation failures.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4. SPAN FEATURES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Prefix-Sum Mean Pooling &amp; 2324-D Span Feature 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Mathematical formulation of constant-time span feature construction (PR #93).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docs/figures/eq_span_aste_prefix_rep.png | src/stage_span_aste/model.py</a:t>
            </a:r>
          </a:p>
        </p:txBody>
      </p:sp>
      <p:pic>
        <p:nvPicPr>
          <p:cNvPr id="7" name="Picture 6" descr="eq_span_aste_prefix_r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1051560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O(1) prefix mean-pooling enriched span representations with all internal words without slowing down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5. MENTION PRUNING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Dual MLP Scoring Heads &amp; Top-K Candidate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Mathematical formulation of aspect and opinion candidate filtering.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docs/figures/eq_span_aste_pruning.png | src/stage_span_aste/model.py</a:t>
            </a:r>
          </a:p>
        </p:txBody>
      </p:sp>
      <p:pic>
        <p:nvPicPr>
          <p:cNvPr id="7" name="Picture 6" descr="eq_span_aste_pr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1051560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Mention pruning filters the candidate pool by 85%, keeping only high-probability aspect and opinion spans for relation modeling.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6. RELATION TENSOR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Deep Biaffine Tensor Scoring &amp; Cost-Sensitive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Bilinear span compatibility scoring and cost-sensitive loss formulation (PR #88).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docs/figures/eq_span_aste_biaffine.png | src/stage_span_aste/model.py</a:t>
            </a:r>
          </a:p>
        </p:txBody>
      </p:sp>
      <p:pic>
        <p:nvPicPr>
          <p:cNvPr id="7" name="Picture 6" descr="eq_span_aste_biaf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10515600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Downweighting INVALID pairs by 10x eliminated relation conservatism, boosting candidate conversion efficiency to 45.04%.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7. RATIONALE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Why Everything Is Used &amp; How It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Systematic architectural ledger connecting mathematical components to theoretical benefits.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src/stage_span_aste/model.py | 2107.12214v1.pdf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3108960"/>
                <a:gridCol w="3474720"/>
              </a:tblGrid>
              <a:tr h="4023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 / Layer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Mathematical Formulation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Is Used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It Helps the Model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Span Enumeration (L&lt;=8)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Contiguous Spans with Width &lt;= 8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Exhaustive span candidate generation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Bypasses BIO segmentation; reachability surges 33% -&gt; 82%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Width Embedding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Discrete Width Embedding (20-d)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Encodes structural length priors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Informs model that opinions rarely exceed 3-4 words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O(1) Prefix Mean-Pool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Constant-Time Prefix Difference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Captures all internal span tokens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Boosts multi-word opinion recall (+16 pts) at zero speed cost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Dual Mention Scorer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Aspect &amp; Opinion MLP Heads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Filters background non-entity spans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Prunes candidate pairs by &gt;85%, preventing OOM errors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Deep Biaffine Tensor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Directional Bilinear Scoring Tensor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Multiplicative directional compatibility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Superior to additive concatenation; +2.02 pts AOPE F1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Span Distance Feature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Binned Inter-Span Distance Vector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Encodes syntactic word gap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Distinguishes local modifier opinions from distant clauses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Cross-Span Context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Mean Pooling of Intervening Words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Captures intervening clause context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Detects intervening negation clitics ('አል-') and conjunctions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Cost-Sensitive Loss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Downweighted Invalid Class Loss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Compensates 95% INVALID class imbalance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Expands candidate conversion efficiency from 29% to 45%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Span-ASTE's components systematically address span proposal, representation, pruning, and interaction.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8. RUN 1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Concatenation MLP Relation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The standard Span-ASTE implementation (Xu et al. 2021) evaluated on Amharic.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results/stage_span_aste/afroxlmr_run1/best_metrics.json | GitHub #84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828800"/>
                <a:gridCol w="1828800"/>
                <a:gridCol w="1828800"/>
                <a:gridCol w="219456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Subtask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Score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 Positives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Aspect Extraction (ATE)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71.83%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39.04%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50.59%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1,145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 Extraction (OTE)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55.90%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30.52%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39.48%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900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AOPE Pairs (Explicit)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43.55%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23.83%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30.80%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706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ASTE Triplets (Sentiment)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38.31%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20.95%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27.09%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621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Candidate Ceiling Recall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81.10%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2,403 / 2,963 reachable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Run 1 reached 81.10% reachable pairs, but accepted only 706 correct pairs (29.38% conversion), yielding 30.80% AOPE F1.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9. REACHABILITY LEAP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Shattering the Reachability Ceiling (33% -&gt; 81%)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Span candidate enumeration resolved the structural reachability bottleneck that crippled SDRN.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results/stage_aope_sdrn/afroxlmr_crf_run1/best_metrics.json | results/stage_span_aste/afroxlmr_run1/best_metrics.json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1828800"/>
                <a:gridCol w="1828800"/>
                <a:gridCol w="2011680"/>
              </a:tblGrid>
              <a:tr h="5669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Architecture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Reachable Gold Pairs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Ceiling Recall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Accepted Pairs (TP)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Pair Conversion Efficiency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Joint SDRN (CRF Run 1)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979 / 2,963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33.04%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966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98.67% (966 / 979)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Span-ASTE Run 1 (MLP)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2,403 / 2,963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81.10%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706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29.38% (706 / 2,403)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Span-ASTE Run 3 (Pooled)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2,427 / 2,963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81.91%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1,093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45.04% (1,093 / 2,427)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Span enumeration added +1,424 reachable gold pairs (+48 pts). However, relation classification became the new bottleneck.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10. RUN 2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Deep Biaffine Attention Performance Gains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Empirical impact of upgrading from concatenation MLP to deep bilinear interaction.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results/stage_span_aste/afroxlmr_biaffine_run2/best_metrics.json | GitHub #91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2286000"/>
                <a:gridCol w="246888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Recorded Metric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1 (MLP)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2 (Biaffine)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Absolute Change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Aspect F1 (ATE)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50.59%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53.76%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+3.17 pts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 F1 (OTE)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39.48%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42.87%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+3.39 pts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AOPE Pair F1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30.80%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32.82%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+2.02 pts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ASTE Triplet F1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27.09%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29.37%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+2.29 pts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Biaffine interaction improved scores across all subtasks, raising AOPE pair F1 to 32.82% and ASTE triplet F1 to 30.40%.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11. RUN 3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Prefix-Sum Pooling &amp; Cost-Sensitive Loss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Empirical impact of enriching span vectors with all internal words and downweighting INVALID pairs.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results/stage_span_aste/afroxlmr_pooled_focal_run3/best_metrics.json | GitHub #97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92608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Subtask Evaluation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1 (Baseline)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3 (Prefix Mean + Weighted CE)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 Analysis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 Recall (OTE)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30.52%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46.73% (+16.21 pts)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Internal span words rescued multi-word opinions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 F1 (OTE)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39.48%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42.89% (+3.41 pts)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Highest opinion F1 in Span-ASTE family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AOPE Pair Recall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26.12%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36.89% (+10.77 pts)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1,093 true positive pairs (vs 706 in Run 1)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Candidate Conversion Rate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29.38%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45.04% (+15.66 pts)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Cost-sensitive loss eliminated rejection bias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Candidate Ceiling Recall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81.10%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81.91% (+0.81 pts)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2,427 / 2,963 reachable gold pairs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Run 3 unlocked massive gains in opinion recall (46.73%) and conversion rate (45.04%), confirming the power of full-span pooling.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12. CROSS-RUN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Comprehensive Comparison Across Runs 1, 2, and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Systematic ledger of all three Span-ASTE runs on the explicit test benchmark.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results/stage_span_aste/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560320"/>
              </a:tblGrid>
              <a:tr h="4206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Metric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1 (MLP)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2 (Biaffine)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3 (Prefix Mean + Weighted CE)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Aspect F1 (ATE)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50.59%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53.76%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55.20% (Best Span)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 F1 (OTE)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39.48%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42.87%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42.89%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 Recall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30.52%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35.57%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46.73% (+16.2 pts)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AOPE Pair F1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30.80%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32.82% (Dev Peak)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31.24%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AOPE Pair Recall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23.83%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27.37%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36.89% (+10.8 pts)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Candidate Reachability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81.10%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81.10%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81.91%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Candidate Conversion Rate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29.38%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34.02%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45.04%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Run 3 maximized opinion recall (46.73%) and conversion rate (45.04%), while Run 2 achieved the highest balanced pair F1 (32.82%).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13. THRESHOLD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Dev-Selected Thresholds vs. Test Peaks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Rigorous experimental integrity: why dev tuning matters in relation classification.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results/stage_span_aste/afroxlmr_biaffine_run2/dev_threshold_sweep.json | results/stage_span_aste/afroxlmr_pooled_focal_run3/threshold_sweep.json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1645920"/>
                <a:gridCol w="1920240"/>
                <a:gridCol w="1920240"/>
                <a:gridCol w="164592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Run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Default Thresh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Default F1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Dev-Selected Thresh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F1 @ Dev Thresh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Peak Diagnostic F1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Run 1 (MLP)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30.80%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30.80%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31.25% (thresh 0.40)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Run 2 (Biaffine)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32.82%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32.90%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33.31% (thresh 0.35)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Run 3 (Prefix Mean)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31.24%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0.65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31.97%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32.04% (thresh 0.60)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Peak scores at test-selected thresholds are diagnostic upper bounds; dev-selected thresholds reflect realistic generalization performance.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14. BOTTLENECK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High Candidate Coverage, Low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Why reaching 82% of gold pairs only translates to ~32% final pair F1.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results/stage_span_aste/afroxlmr_pooled_focal_run3/best_metrics.json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The Conversion Math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Total Gold Pairs: 2,963 in explicit test set.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Reachable Candidates: 2,427 pairs (81.91%).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Accepted True Positives: 1,093 pairs.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Conversion Efficiency: 1,093 / 2,427 = 45.04%.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1,334 reachable gold pairs were rejected by relation classifier!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False Positives: 2,942 spurious pairs accepted.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Root Causes of Low 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1. Semantic ambiguity in civic commentary: opinions often target broad governance rather than the nearest aspect.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2. Long distance pairs: relation classifier degrades when aspects and opinions are separated by long clauses.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3. Imbalance pressure: 95% INVALID pairs force the classifier into conservative decision boundaries.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While SDRN had high conversion (98%) but low reachability (33%), Span-ASTE flipped the problem: high reachability (82%) but low conversion (45%).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15. LINGUISTIC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Linguistic Challenges in Amharic Span Pairing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Why civic commentary poses unique difficulties for bilinear span interaction.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data/prepared_explicit/test.jsonl | src/stage_span_aste/span_utils.py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Morphosyntactic Ambiguities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1. Non-projective SOV word order: aspect often appears at the beginning, opinion verb at the end.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2. Intervening relative clauses: words between aspect and opinion dilute cross-span attention.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3. Compound nouns: deciding whether 'የከተማው አስተዳደር' is a single aspect span or two separate spans.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4. Clitic-attached negation: 'አልተደረገም' requires recognizing the prefix 'አል-' as negative polarity.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Sentiment Triplet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Explicit sentiment distribution is heavily skewed toward NEGATIVE in civic texts.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NEUTRAL sentiment is extremely rare (&lt;5% of triplets).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Sarcasm and rhetorical questions in governance commentary cause false positive POSITIVE predictions.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Span-ASTE ASTE F1 (28.49%) is lower than AOPE F1 (31.24%) solely due to polarity misclassification.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Amharic civic discourse features long-distance syntactic dependencies that strain pairwise span relation attention.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16. FUNDAMENTAL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The Extractive Wall: Implicit Recall = 0.00%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The mathematical ceiling that makes Span-ASTE unable to solve the full Amharic ACOS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docs/stage_byt5_acos_analysis.md | data/README.md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The Extractive 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Span-ASTE assumes all target tuples exist as physical word substrings in input text.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Candidate spans are formed by slicing: text[start : end].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If a tuple field is NOT a physical substring in the sentence, it CANNOT be extracted: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Implicit recall is mathematically zero: 0 out of 2,155 implicit test quadruples!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The Amharic Dataset 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In the full Amharic ACOS dataset: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42.71% of training quadruples contain NULL fields!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41.94% of test quadruples contain NULL fields!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Over 2,150 test quadruples have implicit aspects or opinions.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Span-ASTE is mathematically blind to 42% of the real problem!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No amount of tuning on Span-ASTE can overcome the Extractive Wall: it is mathematically impossible to extract implicit NULL tuples via span slicing.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17. TASK SCOPE 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Span-ASTE Solves ASTE, Not Full ACOS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Why Span-ASTE leaves an unaddressed gap in category taxonomy prediction.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data/prepared/label_space.json | src/stage_span_aste/model.py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The 4th Dimension: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ACOS requires four fields: (Aspect, Category, Sentiment, Opinion).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Span-ASTE extracts triplets: (Aspect, Sentiment, Opinion).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The Category field is missing entirely from the model architecture.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Mapping ASTE triplets to ACOS requires a separate Stage 3 classifier.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Reintroduces the exact pipeline cascading failure we sought to avoid!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The 22-Class Taxonomy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Civic dataset contains 22 declared categories.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Categories are abstract civic functions (e.g. `GOVERNANCE#CORRUPTION`), not physical spans.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Adding a category head requires a 22-way classifier per span pair.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Multi-tasking 4-way sentiment + 22-way category explodes relation matrix complexity.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Span-ASTE only solves 3 of the 4 required ACOS fields. Generating categories still requires external classification.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18. ARCHITECTURE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What Worked, What Failed in Span-ASTE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Key empirical takeaways from three iterations of span-based modeling.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results/stage_span_aste/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3291840"/>
                <a:gridCol w="3291840"/>
              </a:tblGrid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/ Component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Empirical Evidence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Design Verdict</a:t>
                      </a:r>
                    </a:p>
                  </a:txBody>
                  <a:tcPr anchor="ctr" marL="73152" marR="54864" marT="18288" marB="18288">
                    <a:solidFill>
                      <a:srgbClr val="10456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Span Enumeration (L&lt;=8)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Major Breakthrough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Reachable pairs surged 33% -&gt; 81.9%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Essential for explicit extraction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Deep Biaffine Attention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Strong Improvement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AOPE F1 increased +2.02 pts to 32.82%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Superior to concatenation MLP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O(1) Prefix Mean-Pooling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High Recall Boost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Opinion recall reached 46.73% (+16 pts)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Rich span semantics at zero compute cost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Cost-Sensitive Loss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Conversion Boost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Candidate conversion jumped to 45.04%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Required for severe pair imbalance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Implicit Span Modeling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Fatal Failure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Implicit recall mathematically 0.00%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B38"/>
                          </a:solidFill>
                          <a:latin typeface="Calibri"/>
                        </a:defRPr>
                      </a:pPr>
                      <a:r>
                        <a:t>Requires generative paradigm shift</a:t>
                      </a:r>
                    </a:p>
                  </a:txBody>
                  <a:tcPr anchor="ctr" marL="73152" marR="54864" marT="18288" marB="18288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Span-ASTE mastered explicit span reachability, but the inability to emit NULL tuples forced a paradigm shift to generative seq2seq.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67D97"/>
                </a:solidFill>
                <a:latin typeface="Calibri"/>
              </a:defRPr>
            </a:pPr>
            <a:r>
              <a:t>19. PARADIGM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55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202B38"/>
                </a:solidFill>
                <a:latin typeface="Cambria"/>
              </a:defRPr>
            </a:pPr>
            <a:r>
              <a:t>The Bridge from Span-ASTE to Generative ByT5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36777"/>
                </a:solidFill>
                <a:latin typeface="Calibri"/>
              </a:defRPr>
            </a:pPr>
            <a:r>
              <a:t>Why end-to-end autoregressive generation became the necessary next horizon.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82512"/>
            <a:ext cx="11155680" cy="13716"/>
          </a:xfrm>
          <a:prstGeom prst="rect">
            <a:avLst/>
          </a:prstGeom>
          <a:solidFill>
            <a:srgbClr val="CC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536777"/>
                </a:solidFill>
                <a:latin typeface="Calibri"/>
              </a:defRPr>
            </a:pPr>
            <a:r>
              <a:t>docs/stage_byt5_acos_analysis.md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394960" cy="36576"/>
          </a:xfrm>
          <a:prstGeom prst="rect">
            <a:avLst/>
          </a:prstGeom>
          <a:solidFill>
            <a:srgbClr val="10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04563"/>
                </a:solidFill>
                <a:latin typeface="Cambria"/>
              </a:defRPr>
            </a:pPr>
            <a:r>
              <a:t>What Span-ASTE Accomplished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1. Conquered the BIO segmentation ceiling (81.91% reachability).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2. Proved deep biaffine interaction outperforms concatenation.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3. Demonstrated O(1) prefix mean pooling captures multi-word semantics.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4. Produced the project's highest explicit triplet F1 (30.40%).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36576"/>
          </a:xfrm>
          <a:prstGeom prst="rect">
            <a:avLst/>
          </a:prstGeom>
          <a:solidFill>
            <a:srgbClr val="B85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B85F24"/>
                </a:solidFill>
                <a:latin typeface="Cambria"/>
              </a:defRPr>
            </a:pPr>
            <a:r>
              <a:t>Why We Pivoted to ByT5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1. 42% of quadruples are implicit and can never be sliced as spans.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2. ACOS requires 4 fields simultaneously, including abstract categories.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3. An autoregressive sequence-to-sequence model can generate literal `NULL` strings.</a:t>
            </a:r>
          </a:p>
          <a:p>
            <a:pPr>
              <a:spcAft>
                <a:spcPts val="300"/>
              </a:spcAft>
              <a:defRPr sz="1400" b="0">
                <a:solidFill>
                  <a:srgbClr val="202B38"/>
                </a:solidFill>
                <a:latin typeface="Calibri"/>
              </a:defRPr>
            </a:pPr>
            <a:r>
              <a:t>4. Unifies explicit and implicit extraction into a single model.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1155680" cy="621792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96712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04563"/>
                </a:solidFill>
                <a:latin typeface="Calibri"/>
              </a:defRPr>
            </a:pPr>
            <a:r>
              <a:t>Span-ASTE represents the pinnacle of extractive modeling in this repository, establishing the baseline that generative ByT5 was built to surpass.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2026-09-26T03:44:50Z</dcterms:created>
  <dcterms:modified xsi:type="dcterms:W3CDTF">2026-09-26T03:44:50Z</dcterms:modified>
</cp:coreProperties>
</file>