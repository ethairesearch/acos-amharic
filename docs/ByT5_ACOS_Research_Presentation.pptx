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8"/>
    <p:sldId id="285" r:id="rId7"/>
    <p:sldId id="286" r:id="rId6"/>
    <p:sldId id="287" r:id="rId5"/>
    <p:sldId id="288" r:id="rId4"/>
    <p:sldId id="289" r:id="rId3"/>
    <p:sldId id="290" r:id="rId25"/>
    <p:sldId id="291" r:id="rId26"/>
    <p:sldId id="292" r:id="rId27"/>
    <p:sldId id="293" r:id="rId28"/>
    <p:sldId id="294" r:id="rId29"/>
    <p:sldId id="295" r:id="rId30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ByT5-Base: Generative End-to-End ACOS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https://github.com/EthAIResearch/acos-amharic/blob/7e40773050395fcd5a9c0408ec0c3206a81550d4/src/stage_byt5_acos/model.py</a:t>
            </a:r>
          </a:p>
          <a:p>
            <a:r>
              <a:t>https://github.com/EthAIResearch/acos-amharic/blob/7e40773050395fcd5a9c0408ec0c3206a81550d4/docs/stage_byt5_acos_analysis.md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Constrained Decoding with ByteTrie (PR #100)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https://github.com/EthAIResearch/acos-amharic/blob/7e40773050395fcd5a9c0408ec0c3206a81550d4/src/stage_byt5_acos/constrained_decoder.py</a:t>
            </a:r>
          </a:p>
          <a:p>
            <a:r>
              <a:t>https://github.com/EthAIResearch/acos-amharic/pull/100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From Extractive Tagging to Generative Seq2Seq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https://github.com/EthAIResearch/acos-amharic/blob/7e40773050395fcd5a9c0408ec0c3206a81550d4/src/stage_byt5_acos/model.py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End-to-End ByT5-Base Generative Architecture Flowchart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docs/figures/byt5_architecture_flow.png</a:t>
            </a:r>
          </a:p>
          <a:p>
            <a:r>
              <a:t>https://github.com/EthAIResearch/acos-amharic/blob/7e40773050395fcd5a9c0408ec0c3206a81550d4/src/stage_byt5_acos/model.py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Prevalence of Implicit Components in Amharic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https://github.com/EthAIResearch/acos-amharic/blob/7e40773050395fcd5a9c0408ec0c3206a81550d4/data/README.md</a:t>
            </a:r>
          </a:p>
          <a:p>
            <a:r>
              <a:t>https://github.com/EthAIResearch/acos-amharic/blob/7e40773050395fcd5a9c0408ec0c3206a81550d4/data/prepared/train.jsonl</a:t>
            </a:r>
          </a:p>
          <a:p>
            <a:r>
              <a:t>https://github.com/EthAIResearch/acos-amharic/blob/7e40773050395fcd5a9c0408ec0c3206a81550d4/data/prepared/test.jsonl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Why ByT5? The Case for Raw UTF-8 Bytes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https://github.com/EthAIResearch/acos-amharic/blob/7e40773050395fcd5a9c0408ec0c3206a81550d4/src/stage_byt5_acos/model.py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Autoregressive Byte Seq2Seq Probability &amp; Cross-Attention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docs/figures/eq_byt5_seq2seq.png</a:t>
            </a:r>
          </a:p>
          <a:p>
            <a:r>
              <a:t>https://github.com/EthAIResearch/acos-amharic/blob/7e40773050395fcd5a9c0408ec0c3206a81550d4/src/stage_byt5_acos/model.py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Linearization Grammar, Canonical Order &amp; NULL Recovery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docs/figures/eq_byt5_linearization.png</a:t>
            </a:r>
          </a:p>
          <a:p>
            <a:r>
              <a:t>https://github.com/EthAIResearch/acos-amharic/blob/7e40773050395fcd5a9c0408ec0c3206a81550d4/src/stage_byt5_acos/linearization.py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BFloat16 Exponent Headroom &amp; Adafactor Factorization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docs/figures/eq_byt5_adafactor_ls.png</a:t>
            </a:r>
          </a:p>
          <a:p>
            <a:r>
              <a:t>https://github.com/EthAIResearch/acos-amharic/blob/7e40773050395fcd5a9c0408ec0c3206a81550d4/src/stage_byt5_acos/train.py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Quadruple Linearization Grammar &amp; Syntax Rules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https://github.com/EthAIResearch/acos-amharic/blob/7e40773050395fcd5a9c0408ec0c3206a81550d4/src/pipeline/evaluate.py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30x Speedup via Batched Greedy Decoding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https://github.com/EthAIResearch/acos-amharic/blob/7e40773050395fcd5a9c0408ec0c3206a81550d4/src/stage_byt5_acos/train.py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Why Everything Is Used &amp; How It Helps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https://github.com/EthAIResearch/acos-amharic/blob/7e40773050395fcd5a9c0408ec0c3206a81550d4/src/stage_byt5_acos/model.py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Audited Training Ledger (Run 1)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https://github.com/EthAIResearch/acos-amharic/blob/7e40773050395fcd5a9c0408ec0c3206a81550d4/results/stage_byt5_acos/byt5_base_run1/resolved_args.json</a:t>
            </a:r>
          </a:p>
          <a:p>
            <a:r>
              <a:t>https://github.com/EthAIResearch/acos-amharic/blob/7e40773050395fcd5a9c0408ec0c3206a81550d4/src/stage_byt5_acos/train.py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Development Set Performance (Epoch 9 Best Checkpoint)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https://github.com/EthAIResearch/acos-amharic/blob/7e40773050395fcd5a9c0408ec0c3206a81550d4/results/stage_byt5_acos/byt5_base_run1/best_dev_metrics.json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Held-Out Test Set Evaluation (4,909 Sentences)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First-Ever Implicit Quadruple Recovery in Amharic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Decoupling Subtask Scores from Generative Output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Bibliography &amp; References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https://github.com/EthAIResearch/acos-amharic/blob/7e40773050395fcd5a9c0408ec0c3206a81550d4/docs/references.md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Clitic-Normalized Evaluation (PR #100)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https://github.com/EthAIResearch/acos-amharic/blob/7e40773050395fcd5a9c0408ec0c3206a81550d4/src/stage_byt5_acos/evaluate.py</a:t>
            </a:r>
          </a:p>
          <a:p>
            <a:r>
              <a:t>https://github.com/EthAIResearch/acos-amharic/pull/100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ByT5 Run 2: Canonical Ordering &amp; Label Smoothing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https://github.com/EthAIResearch/acos-amharic/blob/7e40773050395fcd5a9c0408ec0c3206a81550d4/configs/stage_byt5_acos_run2.yaml</a:t>
            </a:r>
          </a:p>
          <a:p>
            <a:r>
              <a:t>https://github.com/EthAIResearch/acos-amharic/pull/101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Two Evaluation Populations, Not One Leaderboard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docs/presentation_v4_audit.md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Qualitative Error Modes in Generative Quadruples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Evidence-Ranked Next Steps for ByT5 ACOS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https://github.com/EthAIResearch/acos-amharic/blob/7e40773050395fcd5a9c0408ec0c3206a81550d4/configs/stage_byt5_acos_run2.yaml</a:t>
            </a:r>
          </a:p>
          <a:p>
            <a:r>
              <a:t>https://github.com/EthAIResearch/acos-amharic/pull/101</a:t>
            </a:r>
          </a:p>
          <a:p>
            <a:r>
              <a:t>https://github.com/EthAIResearch/acos-amharic/pull/104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Generative Modeling as the Definitive ACOS Solution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0E4A70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ACOS QUADRUPLE EXTRACTION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End-to-End Amharic Aspect–Category–Opinion–Sentiment (ACOS) Quadruple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6-Stage Extractive Pipelines to Byte-Level Generative Foundation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754880" cy="0"/>
          </a:xfrm>
          <a:prstGeom prst="line">
            <a:avLst/>
          </a:prstGeom>
          <a:noFill/>
          <a:ln w="31750">
            <a:solidFill>
              <a:srgbClr val="D97D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Azariyas Mekonen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256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Domain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Civic &amp; Governance Commentary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28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ByT5-Base: Generative End-to-End ACOS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303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github.com/EthAIResearch/acos-amharic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·  Technical Report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CADB"/>
                </a:solidFill>
                <a:latin typeface="Calibri"/>
              </a:defRPr>
            </a:pPr>
            <a:r>
              <a:t>PHASE 6 DEEP-DIVE | Theory, Mathematics &amp; Algorithmic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EAF2F6"/>
                </a:solidFill>
                <a:latin typeface="Calibri"/>
              </a:defRPr>
            </a:pPr>
            <a:r>
              <a:t>Byte-Level Sequence-to-Sequence Quadruple Extraction in Amharic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Xu, L., Chia, Y. K., &amp; Bing, L. (2021). Learning Span-Level Interactions for Aspect Sentiment Triplet Extraction.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S., Wang, Y., Liu, J., &amp; Wang, Y. (2020). Synchronous Double-Channel Recurrent Network for Aspect-Opinion Pair Extraction.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Cai, H., Xia, R., &amp; Yu, J. (2021). Aspect-Category-Opinion-Sentiment Quadruple Extraction with Implicit Aspects and Opinions.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Dozat, T., &amp; Manning, C. D. (2017). Deep Biaffine Attention for Neural Dependency Parsing. International Conference on Learning Representations (ICLR).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Lin, T.-Y., Goyal, P., Girshick, R., He, K., &amp; Dollár, P. (2017). Focal Loss for Dense Object Detection. Proceedings of ICCV 2017.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Xue, L., Barua, A., Constant, N., Al-Rfou, R., Narang, S., Kale, M., Roberts, A., &amp; Raffel, C. (2022). ByT5: Towards a Token-Free Future with Pre-trained Byte-to-Byte Models. Transactions of the ACL (TACL), 10.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Raffel, C., Shazeer, N., Roberts, A., Lee, K., Narang, S., Matena, M., Zhou, Y., Li, W., &amp; Liu, P. J. (2020). Exploring the Limits of Transfer Learning with a Unified Text-to-Text Transformer. Journal of Machine Learning Research (JMLR), 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Shazeer, N., &amp; Stern, M. (2018). Adafactor: Adaptive Learning Rates with Sublinear Memory Cost. Proceedings of ICML 2018.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Conneau, A., Khandelwal, K., Goyal, N., Chaudhary, V., Wenzek, G., Guzmán, F., Grave, E., Ott, M., Zettlemoyer, L., &amp; Stoyanov, V. (2020). Unsupervised Cross-lingual Representation Learning at Scale (XLM-R).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Alabi, J. O., Adelani, D. I., Mosbach, M., &amp; Klakow, D. (2022). Adapting Pre-trained Language Models to African Languages via Multilingual Adaptive Fine-Tuning (AfroXLM-R). Proceedings of COLING 2022.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Mekonen, A. (2026). acos-amharic: End-to-End Amharic ACOS Quadruple Extraction [Source code repository]. github.com/EthAIResearch/acos-amharic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rasyosef/roberta-base-amharic and Davlan/afro-xlmr-base model cards. Hugging Face Model Hub.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58600" y="6528816"/>
            <a:ext cx="457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1.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From Extractive Tagging to Generative Seq2Seq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Reformulating ACOS quadruple extraction as direct sequence-to-sequence string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src/stage_byt5_acos/model.py | docs/stage_byt5_acos_analysis.md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Extractive Bottleneck (Phases 1-5)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Extractive models extract spans via index slicing: text[start : end].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If a component is NOT in the text, extraction is impossible.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Cascaded pipelines lose ~86% of tuples to error compounding.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Span-ASTE reached 82% reachability but scored 0% on implicit tuples.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Categories required an external multi-class classification 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Generative Solution (Phase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Model: google/byt5-base (580M parameters).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Directly generates linearized string: [ a | c | s | o ] ; ...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Implicit components are generated natively as literal `NULL` tokens.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Extracts all 4 fields (Aspect, Category, Sentiment, Opinion) simultaneously.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Zero pipeline stages; single unified loss and decoder.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Generative seq2seq unifies explicit and implicit quadruple extraction into a single end-to-end model with no pipeline error 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2. ARCHITECTURE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End-to-End ByT5-Base Generative Architecture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From raw Amharic UTF-8 byte stream to cross-attention, autoregressive generation, and strict quadruple parsing.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docs/figures/byt5_architecture_flow.png | src/stage_byt5_acos/model.py</a:t>
            </a:r>
          </a:p>
        </p:txBody>
      </p:sp>
      <p:pic>
        <p:nvPicPr>
          <p:cNvPr id="7" name="Picture 6" descr="byt5_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1097280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The entire ACOS task is reformulated as a single sequence-to-sequence mapping from input bytes to structured target strings.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3. TASK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Prevalence of Implicit Components in Amharic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Over 42% of all ground-truth quadruples in civic commentary contain unstated aspects or opinions.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data/README.md | data/prepared/train.jsonl | data/prepared/test.jsonl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2011680"/>
                <a:gridCol w="1828800"/>
                <a:gridCol w="2011680"/>
                <a:gridCol w="10972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Split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Sentences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Quadruples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Explicit Quads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Quads (NULL)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Implicitness %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Training Split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39,261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41,224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23,617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17,607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42.71%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Development Split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4,907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5,129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2,989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2,140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41.72%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Held-Out Test Split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4,909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5,138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2,983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2,155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41.94%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Cleaned Train (PR #104)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38,385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40,426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23,178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17,248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42.67%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With 42% of test quadruples containing NULL fields, any extractive model is hard-capped at an absolute maximum recall of 58%.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4. FOUNDATION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Why ByT5? The Case for Raw UTF-8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Xue et al. (TACL 2022): Eliminating tokenizers to achieve true 0% out-of-vocabulary coverage.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src/stage_byt5_acos/model.py | docs/stage_byt5_acos_analysis.md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Subword Tokenizer Failures in Amharic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AfroXLMR / BERT use fixed vocabulary (32k - 250k subwords).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Amharic is heavily agglutinative with clitics and prefixes: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Example: 'አልተደረገም' -&gt; decomposed into 3-4 arbitrary subword pieces.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Slang, typos, and neologisms trigger &lt;unk&gt; or extreme over-fragmentation.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66% of test opinions were unseen surface forms in training!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ByT5 Byte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Operates directly on raw UTF-8 bytes (256 byte IDs + special tokens).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Zero fixed vocabulary; strictly 0% Out-Of-Vocabulary (OOV).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Processes Ethiopic script natively (each Fidel character is 3 UTF-8 bytes).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Preserves root-and-pattern morphology and attached clitics.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Robust to spelling variations, dialectal slang, and social media 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ByT5 eliminates subword tokenization entirely, providing 100% vocabulary coverage for morphologically complex Amharic.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5. SEQ2SEQ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Autoregressive Byte Seq2Seq Probability &amp; Cross-Attention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byte-level encoder-decoder modeling.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docs/figures/eq_byt5_seq2seq.png | src/stage_byt5_acos/model.py</a:t>
            </a:r>
          </a:p>
        </p:txBody>
      </p:sp>
      <p:pic>
        <p:nvPicPr>
          <p:cNvPr id="7" name="Picture 6" descr="eq_byt5_seq2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Autoregressive factorization allows the model to jointly resolve aspect identity, category classification, and sentiment.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6. LINEARIZATION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Linearization Grammar, Canonical Order &amp; NULL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specification of target string emission and permutation invariance.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docs/figures/eq_byt5_linearization.png | src/stage_byt5_acos/linearization.py</a:t>
            </a:r>
          </a:p>
        </p:txBody>
      </p:sp>
      <p:pic>
        <p:nvPicPr>
          <p:cNvPr id="7" name="Picture 6" descr="eq_byt5_linear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Canonical left-to-right sorting eliminates set-permutation ambiguity, enabling deterministic autoregressive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7. ENGINEERING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BFloat16 Exponent Headroom &amp; Adafactor Factorization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formulas behind numerical stability and 60% VRAM memory savings.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docs/figures/eq_byt5_adafactor_ls.png | src/stage_byt5_acos/train.py</a:t>
            </a:r>
          </a:p>
        </p:txBody>
      </p:sp>
      <p:pic>
        <p:nvPicPr>
          <p:cNvPr id="7" name="Picture 6" descr="eq_byt5_adafactor_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BF16 precision and Adafactor factorized second moments made 580M-parameter ByT5 training completely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8. OUTPUT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Quadruple Linearization Grammar &amp; Syntax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Converting complex structured quadruple annotations into a deterministic string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src/stage_byt5_acos/linearization.py | src/pipeline/evaluate.py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Slot / Field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Allowed Values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in Output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Linearization Rule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Term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Physical text span OR literal 'NULL'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የከተማው አስተዳደር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Extracted text or NULL if implicit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Category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22 declared civic categories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GOVERNANCE#CORRUPTION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Exact string matching category space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Sentiment Polarity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POSITIVE, NEGATIVE, NEUTRAL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Strict 3-class uppercase string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Term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Physical text span OR literal 'NULL'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አልሰራም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Extracted text or NULL if implicit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Delimiter Syntax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Brackets [ ], Pipe |, Semicolon ;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[ a | c | s | o ]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Special parsing tokens delimiting fields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The linearization format is completely reversible: the parser deterministically converts generated strings back into structured quadruples.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9. INFERENCE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30x Speedup via Batched Greedy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Overcoming autoregressive decoding latency during epoch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src/stage_byt5_acos/train.py | GitHub #98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Beam Search Latency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Initial implementation used standard beam search with beam width 4.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Autoregressively generating up to 256 bytes per sequence.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Validating dev set took over 45 minutes per epoch!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Training 10 epochs would require over 12 hours just for validation loops.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GPU utilization remained bottlenecked on autoregressive token steps.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Batched Greedy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Implemented batched greedy autoregressive decoding with batch size 16.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Greedy argmax selection avoids maintaining multiple beam hypotheses.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Reduced validation time from 45 minutes to 90 seconds per epoch (30x speedup).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Allowed frequent checkpoint evaluation and early stopping.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Issue #98 proved greedy decoding scored within 0.3 F1 of beam search on dev.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Batched greedy decoding slashed validation latency from 45 minutes to 90 seconds per epoch with negligible metric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10. RATIONALE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Why Everything Is Used &amp; How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Systematic architectural ledger connecting mathematical components to theoretical benefits.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src/stage_byt5_acos/model.py | docs/stage_byt5_acos_analysis.md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  <a:gridCol w="347472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 / Setting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Is Used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Helps the Model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Raw UTF-8 Bytes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Vocabulary of 256 Byte IDs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Strict 0% OOV representation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Preserves Amharic morphology; 0 unknown tokens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Linearized Format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Bracket-and-Pipe Syntax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Deterministic target syntax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Unifies 4-field extraction into single seq2seq pass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Native 'NULL' String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Literal Byte String Emission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aspect/opinion recovery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Conquers Extractive Wall (first implicit recall)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BFloat16 Precision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 Exponent Bits Dynamic Range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Eliminates exponent overflow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Prevents FP16 NaN loss collapse at step 350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Adafactor Optimizer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Factorized Second Moments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Factorizes second moment matrix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Saves 60% VRAM; enables batch size 16 on 1 GPU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Batched Greedy Decode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Argmax Step-wise Emission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Removes beam hypothesis tracking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Slashes epoch validation time 45 min -&gt; 90 sec (30x)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Label Smoothing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Target Distribution Smoothing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Regularizes target cross-entropy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Prevents overconfidence on noisy silver annotations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Canonical Ordering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Offset-Sorted Target Tuples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Deterministic tuple order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Eliminates set-permutation autoregressive ambiguity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Every component in ByT5's training pipeline was engineered to solve a specific scalability or stability bottleneck.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11. 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Audited Training Ledger (Run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Exact resolved arguments extracted from results/stage_byt5_acos/byt5_base_run1/resolved_args.json.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results/stage_byt5_acos/byt5_base_run1/resolved_args.json | src/stage_byt5_acos/train.py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5720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Hyperparameter / Setting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Recorded Value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Engineering Rationale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google/byt5-base (580M params)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Byte-level pretrained encoder-decoder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Precision Mode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BF16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 exponent bits; prevented FP16 NaN collapse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Adafactor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Factorized second moments; 60% VRAM savings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Batch Size / Accumulation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 / 4 (Effective batch size = 16)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Maintains stable gradient estimates in VRAM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Learning Rate / Scheduler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1e-4 / Linear with warmup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Standard T5 fine-tuning learning rate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Input / Output Max Length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768 bytes / 256 bytes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Covers 99.2% of Amharic civic text inputs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Training Horizon / Best Epoch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10 Epochs / Epoch 9 Best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Selected on best full quadruple dev F1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 Evaluation Subset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First 1,000 sentences (1,033 quads)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Speed-optimized dev checkpoint selection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The audited training ledger resolves all hyperparameter ambiguities: BF16 + Adafactor + effective batch 16.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12. DEV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Development Set Performance (Epoch 9 Best Checkpoint)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Evaluated on the first 1,000 dev sentences (1,033 gold quads) as documented in Issue #98.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results/stage_byt5_acos/byt5_base_run1/best_dev_metrics.json | GitHub #98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01168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Subtask Evaluation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Positives (TP)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Full Quadruple (A, C, S, O)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18.20%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17.62%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17.90%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Quadruples Only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15.95%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18.51%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17.14%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Quadruples Only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23.49%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16.36%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19.28%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 (Milestone!)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Category + Sentiment (C, 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49.50%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47.92%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48.70%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(Aspect, Opinion)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30.00%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29.04%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29.51%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 (A, S, O)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27.40%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26.52%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26.96%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ACSE Triplet (A, C, 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30.30%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29.33%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29.81%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303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On the dev subset, ByT5 recovered 70 implicit quadruples (19.28% F1) and achieved 17.90% full quadruple F1.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13. FINAL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Held-Out Test Set Evaluation (4,909 Sentences)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The primary repository benchmark: full test split containing 5,138 ground-truth quadruples.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results/stage_byt5_acos/byt5_base_run1/test_metrics.json | GitHub #98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01168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Subtask Evaluation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Positives (TP)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Full Quadruple (A, C, S, O)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16.52%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15.78%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16.14%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811 (Strict Match)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Quadruples Only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15.90%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18.00%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16.88%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Quadruples Only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17.90%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12.71%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14.87%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274 (Historic!)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Category + Sentiment (C, 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49.40%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47.20%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48.27%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2,425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(Aspect, Opinion)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27.32%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26.10%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26.69%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1,341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 (A, S, O)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24.24%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23.16%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23.69%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1,190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ACSE Triplet (A, C, 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30.64%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29.27%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29.94%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1,504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Final test performance: 811 full quadruples extracted at 16.14% F1, including 274 implicit quadruples (14.87% F1).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14. HISTORIC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First-Ever Implicit Quadruple Recovery in Amharic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Conquering the Extractive Wall: 274 implicit true positives recovered from unstated spans.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results/stage_byt5_acos/byt5_base_run1/test_metrics.json | docs/stage_byt5_acos_analysis.md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Family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Aspect TPs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Opinion TPs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Implicit TPs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Quad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Phase 1: Cascaded Pipeline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0.00%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Phase 2: Joint SDRN (CRF)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0.00%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Phases 3-5: Span-ASTE (Runs 1-3)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0.00%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Phase 6: ByT5-Base Generative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Uncounted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Uncounted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14.87% (Precision 17.90%)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For the first time in Amharic ABSA history, a model successfully extracted implicit sentiment targets, breaking the extractive zero-recall ceiling.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15. SUBTASK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Decoupling Subtask Scores from Generative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How ByT5 performs on intermediate 2-field and 3-field tuples extracted from generated quadruples.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results/stage_byt5_acos/byt5_base_run1/test_metrics.json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Category &amp; Sentiment 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Category + Sentiment F1: 48.27% (2,425 True Positives).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Precision: 49.40% | Recall: 47.20%.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model accurately identifies the civic theme and emotional polarity.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ACSE (Aspect, Category, Sentiment) F1: 29.94% (1,504 TPs).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Knowing the category substantially reinforces aspect localization.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Span Exact-Match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AOPE (Aspect, Opinion) Pair F1: 26.69% (1,341 TPs).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ASTE (Aspect, Sentiment, Opinion) Triplet F1: 23.69% (1,190 TPs).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Full Quadruple (A, C, S, O): 16.14% (811 TPs).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Every added field imposes a strict multiplicative exact-match penalty.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Exact character string match on Amharic opinion verbs is the main drop.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Category and sentiment recognition are highly reliable (48.3% F1); the drop in full-quad F1 is driven by strict multi-word opinion string matching.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16. POST-RUN 1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Constrained Decoding with ByteTrie (PR #100)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Enforcing grammatical syntax and valid taxonomy labels during autoregressive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src/stage_byt5_acos/constrained_decoder.py | GitHub #100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ByteTrie State Machine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ByteTrie restricts next-byte candidates at each generation step.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Slot 2 (Category): Constrained to valid category prefixes (22 labels).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Slot 3 (Sentiment): Constrained to Positive, Negative, or Neutral.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Structural syntax: Forces bracket at quad start and pipe between fields.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Guarantees that generated categories and sentiments are 100% in-schema.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Delimiter Stall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Audit finding: The current FSM implementation has an open delimiter bug.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After emitting a valid category/sentiment followed by a space: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Trie disallows pipe delimiter and only permits further spaces!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Causes generation to stall emitting spaces until maximum length.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Status: Implemented in code, but requires delimiter transition repair.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Constrained decoding prevents invalid categories and sentiments, but has an active delimiter bug that must be repaired before production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17. LINGUISTIC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Clitic-Normalized Evaluation (PR #100)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Measuring the penalty imposed by strict exact-match on attached Amharic clitics.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src/stage_byt5_acos/evaluate.py | GitHub #100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Amharic Clitic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Amharic attaches conjunctions, prepositions, and pronouns directly to words: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- Conjunctions: '-ም' (-m), '-ና' (-na).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- Prepositions: 'በ-' (be-), 'ለ-' (le-), 'ከ-' (ke-).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- Object markers: '-ን' (-n).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Gold annotation might label 'አስተዳደር', model predicts 'ለአስተዳደር'.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Semantically identical, but exact-match F1 counts it as a complete error!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Clitic Normalization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Strips matching clitics from aspect and opinion text spans during evaluation.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Category and sentiment fields remain 100% strict exact match.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Hybrid 500-sample test showed normalized F1 increased from 8.02% to 8.22%.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Diagnostic confirms morphology accounts for measurable strict false negatives.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Strict exact match remains the primary reported benchmark metric.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Clitic normalization proves that attached grammatical affixes penalize exact match F1 despite correct semantic extraction.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18. POST-RUN 1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ByT5 Run 2: Canonical Ordering &amp; Label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Architectural improvements implemented in PR #101 to boost multi-quad convergence.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src/stage_byt5_acos/linearization.py | configs/stage_byt5_acos_run2.yaml | GitHub #101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1. Canonical Left-to-Right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In Run 1, quadruples appeared in arbitrary annotation order.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Autoregressive models suffer when predicting permutation-invariant sets.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Run 2 sorts quadruples canonically left-to-right: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Explicit aspects sorted by sentence offset start.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Implicit aspects with explicit opinions sorted by opinion start.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Fully implicit quads placed last, sorted alphabetically by category.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2. Label-Smoothed Cross-Entropy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Standard cross-entropy penalizes any non-gold byte probability.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Label smoothing (epsilon = 0.1) distributes loss across byte space.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Prevents overconfident output distributions on noisy silver labels.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Target training horizon expanded to 15 epochs.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Status: Implemented in code; training job pending execution.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Canonical ordering eliminates set-permutation ambiguity, providing deterministic targets for autoregressive generation.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19. EVALUATION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Two Evaluation Populations, Not One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Span-ASTE and ByT5 scores cannot be compared on a single naive leaderboard.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docs/presentation_v4_audit.md | results/stage_byt5_acos/byt5_base_run1/test_metrics.json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86000"/>
                <a:gridCol w="164592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Recorded Run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Population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In Split?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AOPE Pair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ASTE Triplet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ACOS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Joint SDRN (CRF Run 1)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 Only (2,963 pairs)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0% (Filtered)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34.16% (thresh 0.20)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2 (Biaffine)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 Only (2,963 pairs)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0% (Filtered)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 (thresh 0.50)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30.40%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3 (Prefix Mean)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 Only (2,963 pairs)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0% (Filtered)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31.24% (thresh 0.50)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28.49%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ByT5-Base Run 1 (Test)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All Test Quads (5,138 quads)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41.94% Implicit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26.69%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23.69%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16.14% (Strict ACOS)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ByT5 evaluates on all 5,138 quads across 4 fields including 42% implicits; Span-ASTE evaluates on explicit 2-field pairs only.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20.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Qualitative Error Modes in Generative Quadruples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Analyzing false positives and missed quadruples in ByT5 test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results/stage_byt5_acos/byt5_base_run1/test_metrics.json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Category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Model Behavior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Gold Target Reality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Underlying Cause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Hallucinated Category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Predicts `PUBLIC_SAFETY#POLICE`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Gold is `PUBLIC_SAFETY#CRIME`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High semantic overlap between sub-domain categories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Boundary Truncation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Emits opinion `ጥሩ`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Gold is `ጥሩ ስራ ሰርቷል`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Autoregressive bias toward shorter, frequent token patterns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Misassignment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Predicts aspect as `NULL`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was explicitly in text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Over-predicting NULL due to 42% training prior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Formatting Drift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Missing closing bracket `]`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Strict `[ a | c | s | o ]`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Very rare (&lt;0.5%), but parser drops malformed tuples entirely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Undeclared Category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Emits test-only `ECONOMY#UTILITIES`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Undeclared in schema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Parser strictly rejects non-schema categories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Category confusion within the same parent domain (e.g. Police vs Crime) is the most frequent source of quadruple mismatch.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21.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Evidence-Ranked Next Steps for ByT5 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Prioritized future engineering milestones based on verified repository findings.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configs/stage_byt5_acos_run2.yaml | GitHub #101 | GitHub #104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657600"/>
                <a:gridCol w="292608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Enhancement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Mechanism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Research Impact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1. Correctness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Repair FSM Delimiter Bug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Fix space-to-pipe transition in ByteTrie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Guarantees 100% syntactically valid outputs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2. Data Clean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Train on `prepared_clean`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Use PR #104 dataset (0 leaks / duplicates)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Eliminates train-test leakage artifacts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3. Order / Loss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Execute Run 2 Training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Canonical left-to-right order + label smoothing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Reduces set-permutation generation ambiguity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4. Curriculum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Curriculum Fine-Tuning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Pre-train on explicit quads, then mix implicits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Bootstraps span localization before NULL learning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5. Scaling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ByT5-Large + LoRA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Scale from 580M to 1.2B parameters via PEFT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Expands abstract category reasoning capacity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Immediate priority: repair the FSM delimiter transition and train ByT5 Run 2 on the newly cleaned dataset.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Generative Modeling as the Definitive ACOS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ByT5 represents the most promising paradigm for low-resource fine-grained ABSA.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docs/stage_byt5_acos_analysis.md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What ByT5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Conquered the Extractive Wall: 274 implicit quadruples recovered (14.87% F1).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Solved end-to-end ACOS in a single pass: 811 full quadruples (16.14% F1).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Demonstrated high Category-Sentiment accuracy (48.27% F1).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4. Proven engineering stability: BF16 + Adafactor enabled stable 580M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Future Paradigm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Extractive pipelines hit insurmountable mathematical walls on implicit data.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Raw UTF-8 byte processing completely eliminates Amharic OOV bottlenecks.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Autoregressive generation naturally bridges explicit text and abstract categories.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ByT5 establishes the new state-of-the-art foundation for Amharic ACOS research.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ByT5 proved that generative sequence-to-sequence modeling is the only paradigm capable of solving full ACOS with implicit sentiment in Amharic.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2026-09-26T03:44:50Z</dcterms:created>
  <dcterms:modified xsi:type="dcterms:W3CDTF">2026-09-26T03:44:50Z</dcterms:modified>
</cp:coreProperties>
</file>